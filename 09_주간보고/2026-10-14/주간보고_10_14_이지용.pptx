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5" r:id="rId2"/>
    <p:sldMasterId id="2147483669" r:id="rId3"/>
    <p:sldMasterId id="2147483681" r:id="rId4"/>
    <p:sldMasterId id="2147483693" r:id="rId5"/>
  </p:sldMasterIdLst>
  <p:notesMasterIdLst>
    <p:notesMasterId r:id="rId8"/>
  </p:notesMasterIdLst>
  <p:handoutMasterIdLst>
    <p:handoutMasterId r:id="rId9"/>
  </p:handoutMasterIdLst>
  <p:sldIdLst>
    <p:sldId id="262" r:id="rId6"/>
    <p:sldId id="337" r:id="rId7"/>
  </p:sldIdLst>
  <p:sldSz cx="9144000" cy="6858000" type="screen4x3"/>
  <p:notesSz cx="9928225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CEEF"/>
    <a:srgbClr val="EAEAEA"/>
    <a:srgbClr val="F29A8E"/>
    <a:srgbClr val="F7C9AF"/>
    <a:srgbClr val="95CF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06799F8-075E-4A3A-A7F6-7FBC6576F1A4}" styleName="테마 스타일 2 - 강조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어두운 스타일 1 - 강조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보통 스타일 3 - 강조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06" autoAdjust="0"/>
    <p:restoredTop sz="94000" autoAdjust="0"/>
  </p:normalViewPr>
  <p:slideViewPr>
    <p:cSldViewPr snapToGrid="0">
      <p:cViewPr varScale="1">
        <p:scale>
          <a:sx n="36" d="100"/>
          <a:sy n="36" d="100"/>
        </p:scale>
        <p:origin x="630" y="4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438D2D5C-146A-85DF-7550-8D93321A4FB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2"/>
            <a:ext cx="4301699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792AFED-3BD9-3532-9BEA-5974AF8ECA2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623335" y="2"/>
            <a:ext cx="4303295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4C6DC-7E3F-481A-AF04-8CE95AF7B06C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F33E99-BED7-4E4E-F623-A1F59087977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6456363"/>
            <a:ext cx="4301699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85FCFE5-4096-2E1F-454C-DCC8879C128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623335" y="6456363"/>
            <a:ext cx="4303295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BB6DBB-E49E-445F-BC3F-9FFE78D1D6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174842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302230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3699" y="1"/>
            <a:ext cx="4302230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5D43C9-C162-47F1-BBA0-4345FA725EFB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435350" y="849313"/>
            <a:ext cx="3057525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824" y="3271384"/>
            <a:ext cx="794258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6456615"/>
            <a:ext cx="4302230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3699" y="6456615"/>
            <a:ext cx="4302230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613989-C18F-4517-9B62-E5663B2C04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736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435350" y="849313"/>
            <a:ext cx="3057525" cy="2293937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trike="noStrike" dirty="0"/>
          </a:p>
        </p:txBody>
      </p:sp>
    </p:spTree>
    <p:extLst>
      <p:ext uri="{BB962C8B-B14F-4D97-AF65-F5344CB8AC3E}">
        <p14:creationId xmlns:p14="http://schemas.microsoft.com/office/powerpoint/2010/main" val="549987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26842-0F88-E579-1CCF-F0766CC83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FD7273-66EC-4FFB-3DC3-A9579ADA46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268278-339F-D501-EFA8-A0A8235A9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454448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jpe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jpe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220722" y="160596"/>
            <a:ext cx="6121400" cy="647700"/>
          </a:xfrm>
        </p:spPr>
        <p:txBody>
          <a:bodyPr/>
          <a:lstStyle>
            <a:lvl1pPr algn="l">
              <a:defRPr u="sng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20721" y="992534"/>
            <a:ext cx="8923279" cy="4094855"/>
          </a:xfrm>
        </p:spPr>
        <p:txBody>
          <a:bodyPr/>
          <a:lstStyle>
            <a:lvl1pPr marL="514338" indent="-514338">
              <a:buSzPct val="80000"/>
              <a:buFont typeface="Wingdings" panose="05000000000000000000" pitchFamily="2" charset="2"/>
              <a:buChar char="l"/>
              <a:defRPr sz="2400" b="1">
                <a:latin typeface="Verdana" panose="020B0604030504040204" pitchFamily="34" charset="0"/>
              </a:defRPr>
            </a:lvl1pPr>
            <a:lvl2pPr>
              <a:defRPr sz="2000">
                <a:latin typeface="Verdana" panose="020B0604030504040204" pitchFamily="34" charset="0"/>
              </a:defRPr>
            </a:lvl2pPr>
            <a:lvl3pPr>
              <a:defRPr sz="1800">
                <a:latin typeface="Verdana" panose="020B0604030504040204" pitchFamily="34" charset="0"/>
              </a:defRPr>
            </a:lvl3pPr>
            <a:lvl4pPr marL="1600160" indent="-228594">
              <a:buFont typeface="Wingdings" panose="05000000000000000000" pitchFamily="2" charset="2"/>
              <a:buChar char="v"/>
              <a:defRPr sz="1600">
                <a:latin typeface="Verdana" panose="020B0604030504040204" pitchFamily="34" charset="0"/>
              </a:defRPr>
            </a:lvl4pPr>
            <a:lvl5pPr>
              <a:buFont typeface="Wingdings" pitchFamily="2" charset="2"/>
              <a:buChar char="Ø"/>
              <a:defRPr sz="1400">
                <a:latin typeface="Verdana" panose="020B0604030504040204" pitchFamily="34" charset="0"/>
              </a:defRPr>
            </a:lvl5pPr>
          </a:lstStyle>
          <a:p>
            <a:pPr lvl="0"/>
            <a:r>
              <a:rPr lang="en-US" altLang="ko-KR" dirty="0"/>
              <a:t>Previous</a:t>
            </a:r>
            <a:endParaRPr lang="ko-KR" altLang="en-US" dirty="0"/>
          </a:p>
          <a:p>
            <a:pPr lvl="1"/>
            <a:r>
              <a:rPr lang="en-US" altLang="ko-KR" dirty="0"/>
              <a:t>two</a:t>
            </a:r>
            <a:endParaRPr lang="ko-KR" altLang="en-US" dirty="0"/>
          </a:p>
          <a:p>
            <a:pPr lvl="2"/>
            <a:r>
              <a:rPr lang="en-US" altLang="ko-KR" dirty="0"/>
              <a:t>three</a:t>
            </a:r>
            <a:endParaRPr lang="ko-KR" altLang="en-US" dirty="0"/>
          </a:p>
          <a:p>
            <a:pPr lvl="3"/>
            <a:r>
              <a:rPr lang="en-US" altLang="ko-KR" dirty="0"/>
              <a:t>four</a:t>
            </a:r>
            <a:endParaRPr lang="ko-KR" altLang="en-US" dirty="0"/>
          </a:p>
          <a:p>
            <a:pPr lvl="4"/>
            <a:r>
              <a:rPr lang="en-US" altLang="ko-KR" dirty="0"/>
              <a:t>five</a:t>
            </a: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439E010-2CEE-D698-A9E8-6FC1034BAE4A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220720" y="5271627"/>
            <a:ext cx="8923280" cy="1474124"/>
          </a:xfrm>
        </p:spPr>
        <p:txBody>
          <a:bodyPr/>
          <a:lstStyle>
            <a:lvl1pPr marL="514338" indent="-514338">
              <a:buSzPct val="80000"/>
              <a:buFont typeface="Wingdings" panose="05000000000000000000" pitchFamily="2" charset="2"/>
              <a:buChar char="l"/>
              <a:defRPr sz="2400" b="1">
                <a:latin typeface="Verdana" panose="020B0604030504040204" pitchFamily="34" charset="0"/>
              </a:defRPr>
            </a:lvl1pPr>
            <a:lvl2pPr>
              <a:defRPr sz="2000">
                <a:latin typeface="Verdana" panose="020B0604030504040204" pitchFamily="34" charset="0"/>
              </a:defRPr>
            </a:lvl2pPr>
            <a:lvl3pPr>
              <a:defRPr sz="1800">
                <a:latin typeface="Verdana" panose="020B0604030504040204" pitchFamily="34" charset="0"/>
              </a:defRPr>
            </a:lvl3pPr>
            <a:lvl4pPr marL="1371566" indent="0">
              <a:buFont typeface="Wingdings" panose="05000000000000000000" pitchFamily="2" charset="2"/>
              <a:buNone/>
              <a:defRPr sz="1500">
                <a:latin typeface="Verdana" panose="020B0604030504040204" pitchFamily="34" charset="0"/>
              </a:defRPr>
            </a:lvl4pPr>
            <a:lvl5pPr marL="1828755" indent="0">
              <a:buFont typeface="Wingdings" pitchFamily="2" charset="2"/>
              <a:buNone/>
              <a:defRPr sz="900">
                <a:latin typeface="Verdana" panose="020B0604030504040204" pitchFamily="34" charset="0"/>
              </a:defRPr>
            </a:lvl5pPr>
          </a:lstStyle>
          <a:p>
            <a:pPr lvl="0"/>
            <a:r>
              <a:rPr lang="en-US" altLang="ko-KR" dirty="0"/>
              <a:t>Next</a:t>
            </a:r>
            <a:endParaRPr lang="ko-KR" altLang="en-US" dirty="0"/>
          </a:p>
          <a:p>
            <a:pPr lvl="1"/>
            <a:r>
              <a:rPr lang="en-US" altLang="ko-KR" dirty="0"/>
              <a:t>two</a:t>
            </a:r>
            <a:endParaRPr lang="ko-KR" altLang="en-US" dirty="0"/>
          </a:p>
          <a:p>
            <a:pPr lvl="2"/>
            <a:r>
              <a:rPr lang="en-US" altLang="ko-KR" dirty="0"/>
              <a:t>three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7949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MCL_PPT_LAYOUT_tit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8915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8916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FE025C43-BAE3-4B18-A713-7BCBD097DE4C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778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4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8D984C5-4BB0-426E-B50E-8CB1C73499A0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242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8811D88-1703-4898-8942-D86234AC66CD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1519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8916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FE025C43-BAE3-4B18-A713-7BCBD097DE4C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901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220722" y="160596"/>
            <a:ext cx="6121400" cy="647700"/>
          </a:xfrm>
          <a:prstGeom prst="rect">
            <a:avLst/>
          </a:prstGeom>
        </p:spPr>
        <p:txBody>
          <a:bodyPr/>
          <a:lstStyle>
            <a:lvl1pPr algn="l">
              <a:defRPr u="sng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20721" y="992534"/>
            <a:ext cx="8923279" cy="4094855"/>
          </a:xfrm>
          <a:prstGeom prst="rect">
            <a:avLst/>
          </a:prstGeom>
        </p:spPr>
        <p:txBody>
          <a:bodyPr/>
          <a:lstStyle>
            <a:lvl1pPr marL="514338" indent="-514338">
              <a:buSzPct val="80000"/>
              <a:buFont typeface="Wingdings" panose="05000000000000000000" pitchFamily="2" charset="2"/>
              <a:buChar char="l"/>
              <a:defRPr sz="2400" b="1">
                <a:latin typeface="Verdana" panose="020B0604030504040204" pitchFamily="34" charset="0"/>
              </a:defRPr>
            </a:lvl1pPr>
            <a:lvl2pPr>
              <a:defRPr sz="2000">
                <a:latin typeface="Verdana" panose="020B0604030504040204" pitchFamily="34" charset="0"/>
              </a:defRPr>
            </a:lvl2pPr>
            <a:lvl3pPr>
              <a:defRPr sz="1800">
                <a:latin typeface="Verdana" panose="020B0604030504040204" pitchFamily="34" charset="0"/>
              </a:defRPr>
            </a:lvl3pPr>
            <a:lvl4pPr marL="1600160" indent="-228594">
              <a:buFont typeface="Wingdings" panose="05000000000000000000" pitchFamily="2" charset="2"/>
              <a:buChar char="v"/>
              <a:defRPr sz="1600">
                <a:latin typeface="Verdana" panose="020B0604030504040204" pitchFamily="34" charset="0"/>
              </a:defRPr>
            </a:lvl4pPr>
            <a:lvl5pPr>
              <a:buFont typeface="Wingdings" pitchFamily="2" charset="2"/>
              <a:buChar char="Ø"/>
              <a:defRPr sz="1400">
                <a:latin typeface="Verdana" panose="020B0604030504040204" pitchFamily="34" charset="0"/>
              </a:defRPr>
            </a:lvl5pPr>
          </a:lstStyle>
          <a:p>
            <a:pPr lvl="0"/>
            <a:r>
              <a:rPr lang="en-US" altLang="ko-KR" dirty="0"/>
              <a:t>Previous</a:t>
            </a:r>
            <a:endParaRPr lang="ko-KR" altLang="en-US" dirty="0"/>
          </a:p>
          <a:p>
            <a:pPr lvl="1"/>
            <a:r>
              <a:rPr lang="en-US" altLang="ko-KR"/>
              <a:t>two</a:t>
            </a:r>
            <a:endParaRPr lang="ko-KR" altLang="en-US" dirty="0"/>
          </a:p>
          <a:p>
            <a:pPr lvl="2"/>
            <a:r>
              <a:rPr lang="en-US" altLang="ko-KR" dirty="0"/>
              <a:t>three</a:t>
            </a:r>
            <a:endParaRPr lang="ko-KR" altLang="en-US" dirty="0"/>
          </a:p>
          <a:p>
            <a:pPr lvl="3"/>
            <a:r>
              <a:rPr lang="en-US" altLang="ko-KR" dirty="0"/>
              <a:t>four</a:t>
            </a:r>
            <a:endParaRPr lang="ko-KR" altLang="en-US" dirty="0"/>
          </a:p>
          <a:p>
            <a:pPr lvl="4"/>
            <a:r>
              <a:rPr lang="en-US" altLang="ko-KR" dirty="0"/>
              <a:t>five</a:t>
            </a: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439E010-2CEE-D698-A9E8-6FC1034BAE4A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220720" y="5271627"/>
            <a:ext cx="8923280" cy="1474124"/>
          </a:xfrm>
          <a:prstGeom prst="rect">
            <a:avLst/>
          </a:prstGeom>
        </p:spPr>
        <p:txBody>
          <a:bodyPr/>
          <a:lstStyle>
            <a:lvl1pPr marL="514338" indent="-514338">
              <a:buSzPct val="80000"/>
              <a:buFont typeface="Wingdings" panose="05000000000000000000" pitchFamily="2" charset="2"/>
              <a:buChar char="l"/>
              <a:defRPr sz="2400" b="1">
                <a:latin typeface="Verdana" panose="020B0604030504040204" pitchFamily="34" charset="0"/>
              </a:defRPr>
            </a:lvl1pPr>
            <a:lvl2pPr>
              <a:defRPr sz="2000">
                <a:latin typeface="Verdana" panose="020B0604030504040204" pitchFamily="34" charset="0"/>
              </a:defRPr>
            </a:lvl2pPr>
            <a:lvl3pPr>
              <a:defRPr sz="1800">
                <a:latin typeface="Verdana" panose="020B0604030504040204" pitchFamily="34" charset="0"/>
              </a:defRPr>
            </a:lvl3pPr>
            <a:lvl4pPr marL="1371566" indent="0">
              <a:buFont typeface="Wingdings" panose="05000000000000000000" pitchFamily="2" charset="2"/>
              <a:buNone/>
              <a:defRPr sz="1500">
                <a:latin typeface="Verdana" panose="020B0604030504040204" pitchFamily="34" charset="0"/>
              </a:defRPr>
            </a:lvl4pPr>
            <a:lvl5pPr marL="1828755" indent="0">
              <a:buFont typeface="Wingdings" pitchFamily="2" charset="2"/>
              <a:buNone/>
              <a:defRPr sz="900">
                <a:latin typeface="Verdana" panose="020B0604030504040204" pitchFamily="34" charset="0"/>
              </a:defRPr>
            </a:lvl5pPr>
          </a:lstStyle>
          <a:p>
            <a:pPr lvl="0"/>
            <a:r>
              <a:rPr lang="en-US" altLang="ko-KR" dirty="0"/>
              <a:t>Next</a:t>
            </a:r>
            <a:endParaRPr lang="ko-KR" altLang="en-US" dirty="0"/>
          </a:p>
          <a:p>
            <a:pPr lvl="1"/>
            <a:r>
              <a:rPr lang="en-US" altLang="ko-KR" dirty="0"/>
              <a:t>two</a:t>
            </a:r>
            <a:endParaRPr lang="ko-KR" altLang="en-US" dirty="0"/>
          </a:p>
          <a:p>
            <a:pPr lvl="2"/>
            <a:r>
              <a:rPr lang="en-US" altLang="ko-KR" dirty="0"/>
              <a:t>three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7843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5714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MCL_PPT_LAYOUT_tit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8915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8916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4149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14338" indent="-514338">
              <a:buFont typeface="Arial" pitchFamily="34" charset="0"/>
              <a:buChar char="•"/>
              <a:defRPr sz="2500" b="1"/>
            </a:lvl1pPr>
            <a:lvl2pPr>
              <a:defRPr sz="1800"/>
            </a:lvl2pPr>
            <a:lvl3pPr>
              <a:defRPr sz="1500"/>
            </a:lvl3pPr>
            <a:lvl4pPr>
              <a:defRPr sz="1200"/>
            </a:lvl4pPr>
            <a:lvl5pPr>
              <a:buFont typeface="Wingdings" pitchFamily="2" charset="2"/>
              <a:buChar char="Ø"/>
              <a:defRPr sz="9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8121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4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441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84922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37544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13819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5654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2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4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2" y="1435103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10234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r>
              <a:rPr lang="ko-KR" altLang="en-US" noProof="0"/>
              <a:t>그림을 추가하려면 아이콘을 클릭하십시오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7147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34420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15115" y="260350"/>
            <a:ext cx="2071687" cy="59769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395288" y="260350"/>
            <a:ext cx="6067425" cy="59769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6855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MCL_PPT_LAYOUT_tit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8915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8916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7408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14338" indent="-514338">
              <a:buFont typeface="Arial" pitchFamily="34" charset="0"/>
              <a:buChar char="•"/>
              <a:defRPr sz="2500" b="1"/>
            </a:lvl1pPr>
            <a:lvl2pPr>
              <a:defRPr sz="1800"/>
            </a:lvl2pPr>
            <a:lvl3pPr>
              <a:defRPr sz="1500"/>
            </a:lvl3pPr>
            <a:lvl4pPr>
              <a:defRPr sz="1200"/>
            </a:lvl4pPr>
            <a:lvl5pPr>
              <a:buFont typeface="Wingdings" pitchFamily="2" charset="2"/>
              <a:buChar char="Ø"/>
              <a:defRPr sz="9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630814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4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326507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278653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55321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0156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051728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2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4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2" y="1435103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380227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r>
              <a:rPr lang="ko-KR" altLang="en-US" noProof="0"/>
              <a:t>그림을 추가하려면 아이콘을 클릭하십시오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56758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0095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15115" y="260350"/>
            <a:ext cx="2071687" cy="59769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395288" y="260350"/>
            <a:ext cx="6067425" cy="59769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464464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MCL_PPT_LAYOUT_tit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8915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8916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426433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14338" indent="-514338">
              <a:buFont typeface="Arial" pitchFamily="34" charset="0"/>
              <a:buChar char="•"/>
              <a:defRPr sz="2500" b="1"/>
            </a:lvl1pPr>
            <a:lvl2pPr>
              <a:defRPr sz="1800"/>
            </a:lvl2pPr>
            <a:lvl3pPr>
              <a:defRPr sz="1500"/>
            </a:lvl3pPr>
            <a:lvl4pPr>
              <a:defRPr sz="1200"/>
            </a:lvl4pPr>
            <a:lvl5pPr>
              <a:buFont typeface="Wingdings" pitchFamily="2" charset="2"/>
              <a:buChar char="Ø"/>
              <a:defRPr sz="9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5688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4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070705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59426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137854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644969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816615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2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4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2" y="1435103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7121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r>
              <a:rPr lang="ko-KR" altLang="en-US" noProof="0"/>
              <a:t>그림을 추가하려면 아이콘을 클릭하십시오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78959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91089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15115" y="260350"/>
            <a:ext cx="2071687" cy="59769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395288" y="260350"/>
            <a:ext cx="6067425" cy="59769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373969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slideLayout" Target="../slideLayouts/slideLayout9.xml"/><Relationship Id="rId3" Type="http://schemas.openxmlformats.org/officeDocument/2006/relationships/slideLayout" Target="../slideLayouts/slideLayout10.xml"/><Relationship Id="rId4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4.xml"/><Relationship Id="rId8" Type="http://schemas.openxmlformats.org/officeDocument/2006/relationships/slideLayout" Target="../slideLayouts/slideLayout15.xml"/><Relationship Id="rId9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18.xml"/><Relationship Id="rId12" Type="http://schemas.openxmlformats.org/officeDocument/2006/relationships/theme" Target="../theme/theme3.xml"/><Relationship Id="rId13" Type="http://schemas.openxmlformats.org/officeDocument/2006/relationships/image" Target="../media/image1.jpe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5.xml"/><Relationship Id="rId8" Type="http://schemas.openxmlformats.org/officeDocument/2006/relationships/slideLayout" Target="../slideLayouts/slideLayout26.xml"/><Relationship Id="rId9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29.xml"/><Relationship Id="rId1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theme" Target="../theme/theme5.xml"/><Relationship Id="rId13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7" descr="MCL_PPT_LAYOUT_detail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95290" y="260350"/>
            <a:ext cx="6121400" cy="647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229600" cy="511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68313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>
                <a:latin typeface="굴림" pitchFamily="50" charset="-127"/>
                <a:ea typeface="굴림" pitchFamily="50" charset="-127"/>
              </a:defRPr>
            </a:lvl1pPr>
          </a:lstStyle>
          <a:p>
            <a:fld id="{64E6171E-7BD5-453A-BC78-6E0C2C4D25EC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32138" y="6308725"/>
            <a:ext cx="2895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88125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7307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1" r:id="rId2"/>
    <p:sldLayoutId id="2147483663" r:id="rId3"/>
    <p:sldLayoutId id="2147483664" r:id="rId4"/>
  </p:sldLayoutIdLst>
  <p:hf sldNum="0" hdr="0" ftr="0" dt="0"/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맑은 고딕" pitchFamily="50" charset="-127"/>
          <a:ea typeface="맑은 고딕" pitchFamily="50" charset="-127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5pPr>
      <a:lvl6pPr marL="457189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377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566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754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891" indent="-342891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500">
          <a:solidFill>
            <a:schemeClr val="tx1"/>
          </a:solidFill>
          <a:latin typeface="Verdana" pitchFamily="34" charset="0"/>
          <a:ea typeface="맑은 고딕" pitchFamily="50" charset="-127"/>
          <a:cs typeface="+mn-cs"/>
        </a:defRPr>
      </a:lvl1pPr>
      <a:lvl2pPr marL="742932" indent="-285744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1800">
          <a:solidFill>
            <a:schemeClr val="tx1"/>
          </a:solidFill>
          <a:latin typeface="Verdana" pitchFamily="34" charset="0"/>
          <a:ea typeface="맑은 고딕" pitchFamily="50" charset="-127"/>
        </a:defRPr>
      </a:lvl2pPr>
      <a:lvl3pPr marL="1142971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ü"/>
        <a:defRPr kumimoji="1" sz="1500">
          <a:solidFill>
            <a:schemeClr val="tx1"/>
          </a:solidFill>
          <a:latin typeface="Verdana" pitchFamily="34" charset="0"/>
          <a:ea typeface="맑은 고딕" pitchFamily="50" charset="-127"/>
        </a:defRPr>
      </a:lvl3pPr>
      <a:lvl4pPr marL="1600160" indent="-228594" algn="l" rtl="0" eaLnBrk="1" fontAlgn="base" latinLnBrk="1" hangingPunct="1">
        <a:spcBef>
          <a:spcPct val="20000"/>
        </a:spcBef>
        <a:spcAft>
          <a:spcPct val="0"/>
        </a:spcAft>
        <a:buFont typeface="Arial" pitchFamily="34" charset="0"/>
        <a:buChar char="•"/>
        <a:defRPr kumimoji="1" sz="1200">
          <a:solidFill>
            <a:schemeClr val="tx1"/>
          </a:solidFill>
          <a:latin typeface="Verdana" pitchFamily="34" charset="0"/>
          <a:ea typeface="맑은 고딕" pitchFamily="50" charset="-127"/>
        </a:defRPr>
      </a:lvl4pPr>
      <a:lvl5pPr marL="2057349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Ø"/>
        <a:defRPr kumimoji="1" sz="9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3B958D56-8A64-CF06-1967-DC5E9C1D1DA1}"/>
              </a:ext>
            </a:extLst>
          </p:cNvPr>
          <p:cNvSpPr/>
          <p:nvPr userDrawn="1"/>
        </p:nvSpPr>
        <p:spPr>
          <a:xfrm>
            <a:off x="0" y="0"/>
            <a:ext cx="9144000" cy="471890"/>
          </a:xfrm>
          <a:prstGeom prst="roundRect">
            <a:avLst>
              <a:gd name="adj" fmla="val 0"/>
            </a:avLst>
          </a:prstGeom>
          <a:solidFill>
            <a:srgbClr val="0554E1"/>
          </a:solidFill>
          <a:ln w="12700">
            <a:noFill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763F5B-9FBB-7C40-1F5A-42A5386CF2A4}"/>
              </a:ext>
            </a:extLst>
          </p:cNvPr>
          <p:cNvSpPr txBox="1"/>
          <p:nvPr userDrawn="1"/>
        </p:nvSpPr>
        <p:spPr>
          <a:xfrm>
            <a:off x="227348" y="139413"/>
            <a:ext cx="193231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sz="10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KEIMYUNG UNIVERSITY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FA0BE1-E9A2-1F5E-B101-0DBA955EE399}"/>
              </a:ext>
            </a:extLst>
          </p:cNvPr>
          <p:cNvSpPr txBox="1"/>
          <p:nvPr userDrawn="1"/>
        </p:nvSpPr>
        <p:spPr>
          <a:xfrm>
            <a:off x="1193507" y="2711546"/>
            <a:ext cx="6756978" cy="92333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5400" b="1" i="0" dirty="0">
                <a:solidFill>
                  <a:srgbClr val="0554E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WEEKLY REPORT</a:t>
            </a:r>
            <a:endParaRPr lang="ko-KR" altLang="en-US" sz="5400" b="1" i="0" dirty="0">
              <a:solidFill>
                <a:srgbClr val="0554E1"/>
              </a:solidFill>
              <a:latin typeface="Verdana" panose="020B060403050404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AF1AC2-DBD8-A27D-7AEA-7BD979272AD6}"/>
              </a:ext>
            </a:extLst>
          </p:cNvPr>
          <p:cNvSpPr txBox="1"/>
          <p:nvPr userDrawn="1"/>
        </p:nvSpPr>
        <p:spPr>
          <a:xfrm>
            <a:off x="5083551" y="139412"/>
            <a:ext cx="38331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10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Computer Vision &amp; Pattern Recognition Laboratory</a:t>
            </a:r>
            <a:endParaRPr lang="ko-KR" altLang="en-US" sz="1000" b="1">
              <a:solidFill>
                <a:schemeClr val="bg1"/>
              </a:solidFill>
              <a:latin typeface="Verdana" panose="020B060403050404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3E6FE0-F3FF-CC2F-A81E-FC2B09A01DD1}"/>
              </a:ext>
            </a:extLst>
          </p:cNvPr>
          <p:cNvSpPr txBox="1"/>
          <p:nvPr userDrawn="1"/>
        </p:nvSpPr>
        <p:spPr>
          <a:xfrm>
            <a:off x="2548432" y="6550223"/>
            <a:ext cx="404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0" i="1" dirty="0">
                <a:solidFill>
                  <a:srgbClr val="0554E1"/>
                </a:solidFill>
                <a:latin typeface="Stencil" panose="040409050D0802020404" pitchFamily="82" charset="0"/>
                <a:ea typeface="HY엽서L" panose="02030600000101010101" pitchFamily="18" charset="-127"/>
              </a:rPr>
              <a:t>“Blow the Mind into the machine”</a:t>
            </a:r>
            <a:endParaRPr lang="ko-KR" altLang="en-US" sz="1400" b="0" i="1" dirty="0">
              <a:solidFill>
                <a:srgbClr val="0554E1"/>
              </a:solidFill>
              <a:latin typeface="Stencil" panose="040409050D0802020404" pitchFamily="82" charset="0"/>
              <a:ea typeface="HY엽서L" panose="02030600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4A0694-FC8D-D165-34D0-A63436FEAEF1}"/>
              </a:ext>
            </a:extLst>
          </p:cNvPr>
          <p:cNvSpPr txBox="1"/>
          <p:nvPr userDrawn="1"/>
        </p:nvSpPr>
        <p:spPr>
          <a:xfrm>
            <a:off x="3825366" y="1760748"/>
            <a:ext cx="13724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i="0" dirty="0">
                <a:solidFill>
                  <a:srgbClr val="0554E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 MEETING</a:t>
            </a:r>
            <a:endParaRPr lang="ko-KR" altLang="en-US" sz="1200" b="1" i="0" dirty="0">
              <a:solidFill>
                <a:srgbClr val="0554E1"/>
              </a:solidFill>
              <a:latin typeface="Verdana" panose="020B0604030504040204" pitchFamily="34" charset="0"/>
            </a:endParaRP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29C9D2D7-A45D-1767-B90E-27349B5C768D}"/>
              </a:ext>
            </a:extLst>
          </p:cNvPr>
          <p:cNvCxnSpPr>
            <a:cxnSpLocks/>
          </p:cNvCxnSpPr>
          <p:nvPr userDrawn="1"/>
        </p:nvCxnSpPr>
        <p:spPr>
          <a:xfrm>
            <a:off x="3433310" y="1639977"/>
            <a:ext cx="2156604" cy="0"/>
          </a:xfrm>
          <a:prstGeom prst="line">
            <a:avLst/>
          </a:prstGeom>
          <a:ln w="19050">
            <a:solidFill>
              <a:srgbClr val="0554E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5FF92146-D97C-2FFE-9F58-93C5AC28129A}"/>
              </a:ext>
            </a:extLst>
          </p:cNvPr>
          <p:cNvCxnSpPr>
            <a:cxnSpLocks/>
          </p:cNvCxnSpPr>
          <p:nvPr userDrawn="1"/>
        </p:nvCxnSpPr>
        <p:spPr>
          <a:xfrm>
            <a:off x="3433310" y="2139343"/>
            <a:ext cx="2156604" cy="0"/>
          </a:xfrm>
          <a:prstGeom prst="line">
            <a:avLst/>
          </a:prstGeom>
          <a:ln w="19050">
            <a:solidFill>
              <a:srgbClr val="0554E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6768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hf sldNum="0" hdr="0" ftr="0" dt="0"/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맑은 고딕" pitchFamily="50" charset="-127"/>
          <a:ea typeface="맑은 고딕" pitchFamily="50" charset="-127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5pPr>
      <a:lvl6pPr marL="457189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377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566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754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891" indent="-342891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500">
          <a:solidFill>
            <a:schemeClr val="tx1"/>
          </a:solidFill>
          <a:latin typeface="Verdana" pitchFamily="34" charset="0"/>
          <a:ea typeface="맑은 고딕" pitchFamily="50" charset="-127"/>
          <a:cs typeface="+mn-cs"/>
        </a:defRPr>
      </a:lvl1pPr>
      <a:lvl2pPr marL="742932" indent="-285744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1800">
          <a:solidFill>
            <a:schemeClr val="tx1"/>
          </a:solidFill>
          <a:latin typeface="Verdana" pitchFamily="34" charset="0"/>
          <a:ea typeface="맑은 고딕" pitchFamily="50" charset="-127"/>
        </a:defRPr>
      </a:lvl2pPr>
      <a:lvl3pPr marL="1142971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ü"/>
        <a:defRPr kumimoji="1" sz="1500">
          <a:solidFill>
            <a:schemeClr val="tx1"/>
          </a:solidFill>
          <a:latin typeface="Verdana" pitchFamily="34" charset="0"/>
          <a:ea typeface="맑은 고딕" pitchFamily="50" charset="-127"/>
        </a:defRPr>
      </a:lvl3pPr>
      <a:lvl4pPr marL="1600160" indent="-228594" algn="l" rtl="0" eaLnBrk="1" fontAlgn="base" latinLnBrk="1" hangingPunct="1">
        <a:spcBef>
          <a:spcPct val="20000"/>
        </a:spcBef>
        <a:spcAft>
          <a:spcPct val="0"/>
        </a:spcAft>
        <a:buFont typeface="Arial" pitchFamily="34" charset="0"/>
        <a:buChar char="•"/>
        <a:defRPr kumimoji="1" sz="1200">
          <a:solidFill>
            <a:schemeClr val="tx1"/>
          </a:solidFill>
          <a:latin typeface="Verdana" pitchFamily="34" charset="0"/>
          <a:ea typeface="맑은 고딕" pitchFamily="50" charset="-127"/>
        </a:defRPr>
      </a:lvl4pPr>
      <a:lvl5pPr marL="2057349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Ø"/>
        <a:defRPr kumimoji="1" sz="9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7" descr="MCL_PPT_LAYOUT_detail"/>
          <p:cNvPicPr>
            <a:picLocks noChangeAspect="1"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95290" y="260350"/>
            <a:ext cx="6121400" cy="647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229600" cy="511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68313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>
                <a:latin typeface="굴림" pitchFamily="50" charset="-127"/>
                <a:ea typeface="굴림" pitchFamily="50" charset="-127"/>
              </a:defRPr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32138" y="6308725"/>
            <a:ext cx="2895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88125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936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맑은 고딕" pitchFamily="50" charset="-127"/>
          <a:ea typeface="맑은 고딕" pitchFamily="50" charset="-127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5pPr>
      <a:lvl6pPr marL="457189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377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566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754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891" indent="-342891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500">
          <a:solidFill>
            <a:schemeClr val="tx1"/>
          </a:solidFill>
          <a:latin typeface="Verdana" pitchFamily="34" charset="0"/>
          <a:ea typeface="맑은 고딕" pitchFamily="50" charset="-127"/>
          <a:cs typeface="+mn-cs"/>
        </a:defRPr>
      </a:lvl1pPr>
      <a:lvl2pPr marL="742932" indent="-285744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1800">
          <a:solidFill>
            <a:schemeClr val="tx1"/>
          </a:solidFill>
          <a:latin typeface="Verdana" pitchFamily="34" charset="0"/>
          <a:ea typeface="맑은 고딕" pitchFamily="50" charset="-127"/>
        </a:defRPr>
      </a:lvl2pPr>
      <a:lvl3pPr marL="1142971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ü"/>
        <a:defRPr kumimoji="1" sz="1500">
          <a:solidFill>
            <a:schemeClr val="tx1"/>
          </a:solidFill>
          <a:latin typeface="Verdana" pitchFamily="34" charset="0"/>
          <a:ea typeface="맑은 고딕" pitchFamily="50" charset="-127"/>
        </a:defRPr>
      </a:lvl3pPr>
      <a:lvl4pPr marL="1600160" indent="-228594" algn="l" rtl="0" eaLnBrk="1" fontAlgn="base" latinLnBrk="1" hangingPunct="1">
        <a:spcBef>
          <a:spcPct val="20000"/>
        </a:spcBef>
        <a:spcAft>
          <a:spcPct val="0"/>
        </a:spcAft>
        <a:buFont typeface="Arial" pitchFamily="34" charset="0"/>
        <a:buChar char="•"/>
        <a:defRPr kumimoji="1" sz="1200">
          <a:solidFill>
            <a:schemeClr val="tx1"/>
          </a:solidFill>
          <a:latin typeface="Verdana" pitchFamily="34" charset="0"/>
          <a:ea typeface="맑은 고딕" pitchFamily="50" charset="-127"/>
        </a:defRPr>
      </a:lvl4pPr>
      <a:lvl5pPr marL="2057349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Ø"/>
        <a:defRPr kumimoji="1" sz="9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95290" y="260350"/>
            <a:ext cx="6121400" cy="647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229600" cy="511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68313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>
                <a:latin typeface="굴림" pitchFamily="50" charset="-127"/>
                <a:ea typeface="굴림" pitchFamily="50" charset="-127"/>
              </a:defRPr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32138" y="6308725"/>
            <a:ext cx="2895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88125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4703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맑은 고딕" pitchFamily="50" charset="-127"/>
          <a:ea typeface="맑은 고딕" pitchFamily="50" charset="-127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5pPr>
      <a:lvl6pPr marL="457189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377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566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754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891" indent="-342891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500">
          <a:solidFill>
            <a:schemeClr val="tx1"/>
          </a:solidFill>
          <a:latin typeface="Verdana" pitchFamily="34" charset="0"/>
          <a:ea typeface="맑은 고딕" pitchFamily="50" charset="-127"/>
          <a:cs typeface="+mn-cs"/>
        </a:defRPr>
      </a:lvl1pPr>
      <a:lvl2pPr marL="742932" indent="-285744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1800">
          <a:solidFill>
            <a:schemeClr val="tx1"/>
          </a:solidFill>
          <a:latin typeface="Verdana" pitchFamily="34" charset="0"/>
          <a:ea typeface="맑은 고딕" pitchFamily="50" charset="-127"/>
        </a:defRPr>
      </a:lvl2pPr>
      <a:lvl3pPr marL="1142971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ü"/>
        <a:defRPr kumimoji="1" sz="1500">
          <a:solidFill>
            <a:schemeClr val="tx1"/>
          </a:solidFill>
          <a:latin typeface="Verdana" pitchFamily="34" charset="0"/>
          <a:ea typeface="맑은 고딕" pitchFamily="50" charset="-127"/>
        </a:defRPr>
      </a:lvl3pPr>
      <a:lvl4pPr marL="1600160" indent="-228594" algn="l" rtl="0" eaLnBrk="1" fontAlgn="base" latinLnBrk="1" hangingPunct="1">
        <a:spcBef>
          <a:spcPct val="20000"/>
        </a:spcBef>
        <a:spcAft>
          <a:spcPct val="0"/>
        </a:spcAft>
        <a:buFont typeface="Arial" pitchFamily="34" charset="0"/>
        <a:buChar char="•"/>
        <a:defRPr kumimoji="1" sz="1200">
          <a:solidFill>
            <a:schemeClr val="tx1"/>
          </a:solidFill>
          <a:latin typeface="Verdana" pitchFamily="34" charset="0"/>
          <a:ea typeface="맑은 고딕" pitchFamily="50" charset="-127"/>
        </a:defRPr>
      </a:lvl4pPr>
      <a:lvl5pPr marL="2057349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Ø"/>
        <a:defRPr kumimoji="1" sz="9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7" descr="MCL_PPT_LAYOUT_detail"/>
          <p:cNvPicPr>
            <a:picLocks noChangeAspect="1"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95290" y="260350"/>
            <a:ext cx="6121400" cy="647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229600" cy="511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68313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>
                <a:latin typeface="굴림" pitchFamily="50" charset="-127"/>
                <a:ea typeface="굴림" pitchFamily="50" charset="-127"/>
              </a:defRPr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32138" y="6308725"/>
            <a:ext cx="2895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88125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758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</p:sldLayoutIdLst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맑은 고딕" pitchFamily="50" charset="-127"/>
          <a:ea typeface="맑은 고딕" pitchFamily="50" charset="-127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5pPr>
      <a:lvl6pPr marL="457189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377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566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754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891" indent="-342891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500">
          <a:solidFill>
            <a:schemeClr val="tx1"/>
          </a:solidFill>
          <a:latin typeface="Verdana" pitchFamily="34" charset="0"/>
          <a:ea typeface="맑은 고딕" pitchFamily="50" charset="-127"/>
          <a:cs typeface="+mn-cs"/>
        </a:defRPr>
      </a:lvl1pPr>
      <a:lvl2pPr marL="742932" indent="-285744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1800">
          <a:solidFill>
            <a:schemeClr val="tx1"/>
          </a:solidFill>
          <a:latin typeface="Verdana" pitchFamily="34" charset="0"/>
          <a:ea typeface="맑은 고딕" pitchFamily="50" charset="-127"/>
        </a:defRPr>
      </a:lvl2pPr>
      <a:lvl3pPr marL="1142971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ü"/>
        <a:defRPr kumimoji="1" sz="1500">
          <a:solidFill>
            <a:schemeClr val="tx1"/>
          </a:solidFill>
          <a:latin typeface="Verdana" pitchFamily="34" charset="0"/>
          <a:ea typeface="맑은 고딕" pitchFamily="50" charset="-127"/>
        </a:defRPr>
      </a:lvl3pPr>
      <a:lvl4pPr marL="1600160" indent="-228594" algn="l" rtl="0" eaLnBrk="1" fontAlgn="base" latinLnBrk="1" hangingPunct="1">
        <a:spcBef>
          <a:spcPct val="20000"/>
        </a:spcBef>
        <a:spcAft>
          <a:spcPct val="0"/>
        </a:spcAft>
        <a:buFont typeface="Arial" pitchFamily="34" charset="0"/>
        <a:buChar char="•"/>
        <a:defRPr kumimoji="1" sz="1200">
          <a:solidFill>
            <a:schemeClr val="tx1"/>
          </a:solidFill>
          <a:latin typeface="Verdana" pitchFamily="34" charset="0"/>
          <a:ea typeface="맑은 고딕" pitchFamily="50" charset="-127"/>
        </a:defRPr>
      </a:lvl4pPr>
      <a:lvl5pPr marL="2057349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Ø"/>
        <a:defRPr kumimoji="1" sz="9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7914BE3-6FF2-580D-7EFE-1E47F069FF2D}"/>
              </a:ext>
            </a:extLst>
          </p:cNvPr>
          <p:cNvSpPr txBox="1"/>
          <p:nvPr/>
        </p:nvSpPr>
        <p:spPr>
          <a:xfrm>
            <a:off x="2825151" y="5060529"/>
            <a:ext cx="34936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0554E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2026. 10. 14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0554E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0170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08EE3-B926-AD7B-D539-AF68D30DC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DDD1D08-6616-855F-C352-892B46DA0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Jiyong Lee</a:t>
            </a:r>
            <a:endParaRPr lang="ko-KR" altLang="en-US" u="none" dirty="0">
              <a:effectLst/>
            </a:endParaRPr>
          </a:p>
        </p:txBody>
      </p:sp>
      <p:sp xmlns:a14="http://schemas.microsoft.com/office/drawing/2010/main">
        <p:nvSpPr>
          <p:cNvPr id="5" name="내용 개체 틀 4">
            <a:extLst>
              <a:ext uri="{FF2B5EF4-FFF2-40B4-BE49-F238E27FC236}">
                <a16:creationId xmlns:a16="http://schemas.microsoft.com/office/drawing/2014/main" id="{2D15866A-AD4E-B809-ED87-D271A4E1D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777240"/>
            <a:ext cx="8732520" cy="2103120"/>
          </a:xfrm>
        </p:spPr>
        <p:txBody>
          <a:bodyPr/>
          <a:lstStyle/>
          <a:p>
            <a:r>
              <a:rPr sz="2000" b="1"/>
              <a:t>Previous</a:t>
            </a:r>
          </a:p>
          <a:p>
            <a:pPr lvl="1"/>
            <a:r>
              <a:rPr sz="1500"/>
              <a:t>IEIE 2026 Fall Conference paper (undergraduate paper competition)</a:t>
            </a:r>
          </a:p>
          <a:p>
            <a:pPr lvl="2"/>
            <a:r>
              <a:rPr sz="1300"/>
              <a:t>I rebuilt the stacking experiments in MuJoCo because the robot arm was broken</a:t>
            </a:r>
          </a:p>
          <a:p>
            <a:pPr lvl="2"/>
            <a:r>
              <a:rPr sz="1300"/>
              <a:t>I found three demonstration rules, and 3-stage success rose from 28% to 99.0% (198/200)</a:t>
            </a:r>
          </a:p>
          <a:p>
            <a:pPr lvl="3"/>
            <a:r>
              <a:rPr sz="1150"/>
              <a:t>The rules were grasp clearance, the same grasp wall and a short retreat after release</a:t>
            </a:r>
          </a:p>
          <a:p>
            <a:pPr lvl="2"/>
            <a:r>
              <a:rPr sz="1300"/>
              <a:t>I proposed a pre-training consistency check (gap of wrist angles at grasp)</a:t>
            </a:r>
          </a:p>
          <a:p>
            <a:pPr lvl="2"/>
            <a:r>
              <a:rPr sz="1300"/>
              <a:t>I have revised both papers following your comments</a:t>
            </a:r>
          </a:p>
        </p:txBody>
      </p:sp>
      <p:sp xmlns:a14="http://schemas.microsoft.com/office/drawing/2010/main">
        <p:nvSpPr>
          <p:cNvPr id="6" name="내용 개체 틀 5">
            <a:extLst>
              <a:ext uri="{FF2B5EF4-FFF2-40B4-BE49-F238E27FC236}">
                <a16:creationId xmlns:a16="http://schemas.microsoft.com/office/drawing/2014/main" id="{229C1C36-4B5B-3C88-C0A3-6F7C732E3A4B}"/>
              </a:ext>
            </a:extLst>
          </p:cNvPr>
          <p:cNvSpPr txBox="1">
            <a:spLocks/>
          </p:cNvSpPr>
          <p:nvPr/>
        </p:nvSpPr>
        <p:spPr bwMode="auto">
          <a:xfrm>
            <a:off x="228600" y="5194808"/>
            <a:ext cx="8732520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514338" indent="-514338" algn="l" rtl="0" eaLnBrk="1" fontAlgn="base" latinLnBrk="1" hangingPunct="1">
              <a:spcBef>
                <a:spcPct val="200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l"/>
              <a:defRPr kumimoji="1" sz="2400" b="1">
                <a:solidFill>
                  <a:schemeClr val="tx1"/>
                </a:solidFill>
                <a:latin typeface="Verdana" panose="020B0604030504040204" pitchFamily="34" charset="0"/>
                <a:ea typeface="맑은 고딕" pitchFamily="50" charset="-127"/>
                <a:cs typeface="+mn-cs"/>
              </a:defRPr>
            </a:lvl1pPr>
            <a:lvl2pPr marL="742932" indent="-285744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Verdana" panose="020B0604030504040204" pitchFamily="34" charset="0"/>
                <a:ea typeface="맑은 고딕" pitchFamily="50" charset="-127"/>
              </a:defRPr>
            </a:lvl2pPr>
            <a:lvl3pPr marL="1142971" indent="-228594" algn="l" rtl="0" eaLnBrk="1" fontAlgn="base" latinLnBrk="1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ü"/>
              <a:defRPr kumimoji="1" sz="1800">
                <a:solidFill>
                  <a:schemeClr val="tx1"/>
                </a:solidFill>
                <a:latin typeface="Verdana" panose="020B0604030504040204" pitchFamily="34" charset="0"/>
                <a:ea typeface="맑은 고딕" pitchFamily="50" charset="-127"/>
              </a:defRPr>
            </a:lvl3pPr>
            <a:lvl4pPr marL="1371566" indent="0" algn="l" rtl="0" eaLnBrk="1" fontAlgn="base" latinLnBrk="1" hangingPunct="1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None/>
              <a:defRPr kumimoji="1" sz="1500">
                <a:solidFill>
                  <a:schemeClr val="tx1"/>
                </a:solidFill>
                <a:latin typeface="Verdana" panose="020B0604030504040204" pitchFamily="34" charset="0"/>
                <a:ea typeface="맑은 고딕" pitchFamily="50" charset="-127"/>
              </a:defRPr>
            </a:lvl4pPr>
            <a:lvl5pPr marL="1828755" indent="0" algn="l" rtl="0" eaLnBrk="1" fontAlgn="base" latinLnBrk="1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None/>
              <a:defRPr kumimoji="1" sz="900">
                <a:solidFill>
                  <a:schemeClr val="tx1"/>
                </a:solidFill>
                <a:latin typeface="Verdana" panose="020B0604030504040204" pitchFamily="34" charset="0"/>
                <a:ea typeface="+mn-ea"/>
              </a:defRPr>
            </a:lvl5pPr>
            <a:lvl6pPr marL="2514537" indent="-228594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726" indent="-228594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8914" indent="-228594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103" indent="-228594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sz="2000" b="1"/>
              <a:t>Next</a:t>
            </a:r>
          </a:p>
          <a:p>
            <a:pPr lvl="1"/>
            <a:r>
              <a:rPr sz="1500"/>
              <a:t>I will submit the proceedings and blind review papers by Oct. 19</a:t>
            </a:r>
          </a:p>
          <a:p>
            <a:pPr lvl="1"/>
            <a:r>
              <a:rPr sz="1500"/>
              <a:t>I will submit the RISE support documents (registration fee, business trip)</a:t>
            </a:r>
          </a:p>
        </p:txBody>
      </p:sp>
      <p:pic>
        <p:nvPicPr>
          <p:cNvPr id="7" name="Picture 6" descr="weekly_1014_stri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017520"/>
            <a:ext cx="7772400" cy="215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942936"/>
      </p:ext>
    </p:extLst>
  </p:cSld>
  <p:clrMapOvr>
    <a:masterClrMapping/>
  </p:clrMapOvr>
</p:sld>
</file>

<file path=ppt/theme/theme1.xml><?xml version="1.0" encoding="utf-8"?>
<a:theme xmlns:a="http://schemas.openxmlformats.org/drawingml/2006/main" name="테마1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>
          <a:solidFill>
            <a:srgbClr val="FF0000"/>
          </a:solidFill>
          <a:tailEnd type="triangle" w="lg" len="lg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2700">
          <a:solidFill>
            <a:schemeClr val="tx1"/>
          </a:solidFill>
          <a:tailEnd type="triangl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테마1" id="{26618582-DAE1-4333-A3E1-72B186EAB037}" vid="{CBCEE8D2-B6E2-42F0-82C0-EE9C19CC1751}"/>
    </a:ext>
  </a:extLst>
</a:theme>
</file>

<file path=ppt/theme/theme2.xml><?xml version="1.0" encoding="utf-8"?>
<a:theme xmlns:a="http://schemas.openxmlformats.org/drawingml/2006/main" name="1_테마1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>
          <a:solidFill>
            <a:srgbClr val="FF0000"/>
          </a:solidFill>
          <a:tailEnd type="triangle" w="lg" len="lg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2700">
          <a:solidFill>
            <a:schemeClr val="tx1"/>
          </a:solidFill>
          <a:tailEnd type="triangl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테마1" id="{26618582-DAE1-4333-A3E1-72B186EAB037}" vid="{CBCEE8D2-B6E2-42F0-82C0-EE9C19CC1751}"/>
    </a:ext>
  </a:extLst>
</a:theme>
</file>

<file path=ppt/theme/theme3.xml><?xml version="1.0" encoding="utf-8"?>
<a:theme xmlns:a="http://schemas.openxmlformats.org/drawingml/2006/main" name="2_테마1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>
          <a:solidFill>
            <a:srgbClr val="FF0000"/>
          </a:solidFill>
          <a:tailEnd type="triangle" w="lg" len="lg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2700">
          <a:solidFill>
            <a:schemeClr val="tx1"/>
          </a:solidFill>
          <a:tailEnd type="triangl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테마1" id="{26618582-DAE1-4333-A3E1-72B186EAB037}" vid="{CBCEE8D2-B6E2-42F0-82C0-EE9C19CC1751}"/>
    </a:ext>
  </a:extLst>
</a:theme>
</file>

<file path=ppt/theme/theme4.xml><?xml version="1.0" encoding="utf-8"?>
<a:theme xmlns:a="http://schemas.openxmlformats.org/drawingml/2006/main" name="3_테마1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>
          <a:solidFill>
            <a:srgbClr val="FF0000"/>
          </a:solidFill>
          <a:tailEnd type="triangle" w="lg" len="lg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2700">
          <a:solidFill>
            <a:schemeClr val="tx1"/>
          </a:solidFill>
          <a:tailEnd type="triangl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테마1" id="{26618582-DAE1-4333-A3E1-72B186EAB037}" vid="{CBCEE8D2-B6E2-42F0-82C0-EE9C19CC1751}"/>
    </a:ext>
  </a:extLst>
</a:theme>
</file>

<file path=ppt/theme/theme5.xml><?xml version="1.0" encoding="utf-8"?>
<a:theme xmlns:a="http://schemas.openxmlformats.org/drawingml/2006/main" name="4_테마1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>
          <a:solidFill>
            <a:srgbClr val="FF0000"/>
          </a:solidFill>
          <a:tailEnd type="triangle" w="lg" len="lg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2700">
          <a:solidFill>
            <a:schemeClr val="tx1"/>
          </a:solidFill>
          <a:tailEnd type="triangl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  <a:extraClrSchemeLst/>
</a:theme>
</file>

<file path=ppt/theme/theme6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63736</TotalTime>
  <Words>60</Words>
  <Application>Microsoft Office PowerPoint</Application>
  <PresentationFormat>화면 슬라이드 쇼(4:3)</PresentationFormat>
  <Paragraphs>11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5</vt:i4>
      </vt:variant>
      <vt:variant>
        <vt:lpstr>슬라이드 제목</vt:lpstr>
      </vt:variant>
      <vt:variant>
        <vt:i4>2</vt:i4>
      </vt:variant>
    </vt:vector>
  </HeadingPairs>
  <TitlesOfParts>
    <vt:vector size="14" baseType="lpstr">
      <vt:lpstr>굴림</vt:lpstr>
      <vt:lpstr>맑은 고딕</vt:lpstr>
      <vt:lpstr>Arial</vt:lpstr>
      <vt:lpstr>Cambria Math</vt:lpstr>
      <vt:lpstr>Stencil</vt:lpstr>
      <vt:lpstr>Verdana</vt:lpstr>
      <vt:lpstr>Wingdings</vt:lpstr>
      <vt:lpstr>테마1</vt:lpstr>
      <vt:lpstr>1_테마1</vt:lpstr>
      <vt:lpstr>2_테마1</vt:lpstr>
      <vt:lpstr>3_테마1</vt:lpstr>
      <vt:lpstr>4_테마1</vt:lpstr>
      <vt:lpstr>PowerPoint 프레젠테이션</vt:lpstr>
      <vt:lpstr>Jiyong Lee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Report  2022. 10. 28.</dc:title>
  <cp:lastModifiedBy/>
  <cp:revision>654</cp:revision>
  <cp:lastPrinted>2026-04-17T00:47:23Z</cp:lastPrinted>
  <dcterms:created xsi:type="dcterms:W3CDTF">2021-07-05T12:29:36Z</dcterms:created>
  <dcterms:modified xsi:type="dcterms:W3CDTF">2026-10-14T06:34:28Z</dcterms:modified>
  <dc:creator/>
</cp:coreProperties>
</file>