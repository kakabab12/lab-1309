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69" r:id="rId3"/>
    <p:sldMasterId id="2147483681" r:id="rId4"/>
    <p:sldMasterId id="2147483693" r:id="rId5"/>
  </p:sldMasterIdLst>
  <p:notesMasterIdLst>
    <p:notesMasterId r:id="rId8"/>
  </p:notesMasterIdLst>
  <p:handoutMasterIdLst>
    <p:handoutMasterId r:id="rId9"/>
  </p:handoutMasterIdLst>
  <p:sldIdLst>
    <p:sldId id="262" r:id="rId6"/>
    <p:sldId id="337" r:id="rId7"/>
  </p:sldIdLst>
  <p:sldSz cx="9144000" cy="6858000" type="screen4x3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EEF"/>
    <a:srgbClr val="EAEAEA"/>
    <a:srgbClr val="F29A8E"/>
    <a:srgbClr val="F7C9AF"/>
    <a:srgbClr val="95C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6" autoAdjust="0"/>
    <p:restoredTop sz="94000" autoAdjust="0"/>
  </p:normalViewPr>
  <p:slideViewPr>
    <p:cSldViewPr snapToGrid="0">
      <p:cViewPr varScale="1">
        <p:scale>
          <a:sx n="36" d="100"/>
          <a:sy n="36" d="100"/>
        </p:scale>
        <p:origin x="63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38D2D5C-146A-85DF-7550-8D93321A4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1699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92AFED-3BD9-3532-9BEA-5974AF8ECA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3335" y="2"/>
            <a:ext cx="430329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4C6DC-7E3F-481A-AF04-8CE95AF7B06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F33E99-BED7-4E4E-F623-A1F5908797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16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5FCFE5-4096-2E1F-454C-DCC8879C12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3335" y="6456363"/>
            <a:ext cx="430329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B6DBB-E49E-445F-BC3F-9FFE78D1D6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7484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0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9" y="1"/>
            <a:ext cx="4302230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D43C9-C162-47F1-BBA0-4345FA725EF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4" y="3271384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5"/>
            <a:ext cx="4302230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9" y="6456615"/>
            <a:ext cx="4302230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13989-C18F-4517-9B62-E5663B2C04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36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435350" y="849313"/>
            <a:ext cx="3057525" cy="2293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trike="noStrike" dirty="0"/>
          </a:p>
        </p:txBody>
      </p:sp>
    </p:spTree>
    <p:extLst>
      <p:ext uri="{BB962C8B-B14F-4D97-AF65-F5344CB8AC3E}">
        <p14:creationId xmlns:p14="http://schemas.microsoft.com/office/powerpoint/2010/main" val="549987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6842-0F88-E579-1CCF-F0766CC83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FD7273-66EC-4FFB-3DC3-A9579ADA4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268278-339F-D501-EFA8-A0A8235A9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5444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20722" y="160596"/>
            <a:ext cx="6121400" cy="647700"/>
          </a:xfrm>
        </p:spPr>
        <p:txBody>
          <a:bodyPr/>
          <a:lstStyle>
            <a:lvl1pPr algn="l">
              <a:defRPr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20721" y="992534"/>
            <a:ext cx="8923279" cy="4094855"/>
          </a:xfrm>
        </p:spPr>
        <p:txBody>
          <a:bodyPr/>
          <a:lstStyle>
            <a:lvl1pPr marL="514338" indent="-514338">
              <a:buSzPct val="80000"/>
              <a:buFont typeface="Wingdings" panose="05000000000000000000" pitchFamily="2" charset="2"/>
              <a:buChar char="l"/>
              <a:defRPr sz="2400" b="1">
                <a:latin typeface="Verdana" panose="020B0604030504040204" pitchFamily="34" charset="0"/>
              </a:defRPr>
            </a:lvl1pPr>
            <a:lvl2pPr>
              <a:defRPr sz="2000">
                <a:latin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</a:defRPr>
            </a:lvl3pPr>
            <a:lvl4pPr marL="1600160" indent="-228594">
              <a:buFont typeface="Wingdings" panose="05000000000000000000" pitchFamily="2" charset="2"/>
              <a:buChar char="v"/>
              <a:defRPr sz="1600">
                <a:latin typeface="Verdana" panose="020B0604030504040204" pitchFamily="34" charset="0"/>
              </a:defRPr>
            </a:lvl4pPr>
            <a:lvl5pPr>
              <a:buFont typeface="Wingdings" pitchFamily="2" charset="2"/>
              <a:buChar char="Ø"/>
              <a:defRPr sz="1400">
                <a:latin typeface="Verdana" panose="020B0604030504040204" pitchFamily="34" charset="0"/>
              </a:defRPr>
            </a:lvl5pPr>
          </a:lstStyle>
          <a:p>
            <a:pPr lvl="0"/>
            <a:r>
              <a:rPr lang="en-US" altLang="ko-KR" dirty="0"/>
              <a:t>Previous</a:t>
            </a:r>
            <a:endParaRPr lang="ko-KR" altLang="en-US" dirty="0"/>
          </a:p>
          <a:p>
            <a:pPr lvl="1"/>
            <a:r>
              <a:rPr lang="en-US" altLang="ko-KR" dirty="0"/>
              <a:t>two</a:t>
            </a:r>
            <a:endParaRPr lang="ko-KR" altLang="en-US" dirty="0"/>
          </a:p>
          <a:p>
            <a:pPr lvl="2"/>
            <a:r>
              <a:rPr lang="en-US" altLang="ko-KR" dirty="0"/>
              <a:t>three</a:t>
            </a:r>
            <a:endParaRPr lang="ko-KR" altLang="en-US" dirty="0"/>
          </a:p>
          <a:p>
            <a:pPr lvl="3"/>
            <a:r>
              <a:rPr lang="en-US" altLang="ko-KR" dirty="0"/>
              <a:t>four</a:t>
            </a:r>
            <a:endParaRPr lang="ko-KR" altLang="en-US" dirty="0"/>
          </a:p>
          <a:p>
            <a:pPr lvl="4"/>
            <a:r>
              <a:rPr lang="en-US" altLang="ko-KR" dirty="0"/>
              <a:t>five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439E010-2CEE-D698-A9E8-6FC1034BAE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20720" y="5271627"/>
            <a:ext cx="8923280" cy="1474124"/>
          </a:xfrm>
        </p:spPr>
        <p:txBody>
          <a:bodyPr/>
          <a:lstStyle>
            <a:lvl1pPr marL="514338" indent="-514338">
              <a:buSzPct val="80000"/>
              <a:buFont typeface="Wingdings" panose="05000000000000000000" pitchFamily="2" charset="2"/>
              <a:buChar char="l"/>
              <a:defRPr sz="2400" b="1">
                <a:latin typeface="Verdana" panose="020B0604030504040204" pitchFamily="34" charset="0"/>
              </a:defRPr>
            </a:lvl1pPr>
            <a:lvl2pPr>
              <a:defRPr sz="2000">
                <a:latin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</a:defRPr>
            </a:lvl3pPr>
            <a:lvl4pPr marL="1371566" indent="0">
              <a:buFont typeface="Wingdings" panose="05000000000000000000" pitchFamily="2" charset="2"/>
              <a:buNone/>
              <a:defRPr sz="1500">
                <a:latin typeface="Verdana" panose="020B0604030504040204" pitchFamily="34" charset="0"/>
              </a:defRPr>
            </a:lvl4pPr>
            <a:lvl5pPr marL="1828755" indent="0">
              <a:buFont typeface="Wingdings" pitchFamily="2" charset="2"/>
              <a:buNone/>
              <a:defRPr sz="900">
                <a:latin typeface="Verdana" panose="020B0604030504040204" pitchFamily="34" charset="0"/>
              </a:defRPr>
            </a:lvl5pPr>
          </a:lstStyle>
          <a:p>
            <a:pPr lvl="0"/>
            <a:r>
              <a:rPr lang="en-US" altLang="ko-KR" dirty="0"/>
              <a:t>Next</a:t>
            </a:r>
            <a:endParaRPr lang="ko-KR" altLang="en-US" dirty="0"/>
          </a:p>
          <a:p>
            <a:pPr lvl="1"/>
            <a:r>
              <a:rPr lang="en-US" altLang="ko-KR" dirty="0"/>
              <a:t>two</a:t>
            </a:r>
            <a:endParaRPr lang="ko-KR" altLang="en-US" dirty="0"/>
          </a:p>
          <a:p>
            <a:pPr lvl="2"/>
            <a:r>
              <a:rPr lang="en-US" altLang="ko-KR" dirty="0"/>
              <a:t>three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794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MCL_PPT_LAYOUT_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E025C43-BAE3-4B18-A713-7BCBD097DE4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77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D984C5-4BB0-426E-B50E-8CB1C73499A0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24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811D88-1703-4898-8942-D86234AC66CD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51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E025C43-BAE3-4B18-A713-7BCBD097DE4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0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20722" y="160596"/>
            <a:ext cx="6121400" cy="647700"/>
          </a:xfrm>
          <a:prstGeom prst="rect">
            <a:avLst/>
          </a:prstGeom>
        </p:spPr>
        <p:txBody>
          <a:bodyPr/>
          <a:lstStyle>
            <a:lvl1pPr algn="l">
              <a:defRPr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20721" y="992534"/>
            <a:ext cx="8923279" cy="4094855"/>
          </a:xfrm>
          <a:prstGeom prst="rect">
            <a:avLst/>
          </a:prstGeom>
        </p:spPr>
        <p:txBody>
          <a:bodyPr/>
          <a:lstStyle>
            <a:lvl1pPr marL="514338" indent="-514338">
              <a:buSzPct val="80000"/>
              <a:buFont typeface="Wingdings" panose="05000000000000000000" pitchFamily="2" charset="2"/>
              <a:buChar char="l"/>
              <a:defRPr sz="2400" b="1">
                <a:latin typeface="Verdana" panose="020B0604030504040204" pitchFamily="34" charset="0"/>
              </a:defRPr>
            </a:lvl1pPr>
            <a:lvl2pPr>
              <a:defRPr sz="2000">
                <a:latin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</a:defRPr>
            </a:lvl3pPr>
            <a:lvl4pPr marL="1600160" indent="-228594">
              <a:buFont typeface="Wingdings" panose="05000000000000000000" pitchFamily="2" charset="2"/>
              <a:buChar char="v"/>
              <a:defRPr sz="1600">
                <a:latin typeface="Verdana" panose="020B0604030504040204" pitchFamily="34" charset="0"/>
              </a:defRPr>
            </a:lvl4pPr>
            <a:lvl5pPr>
              <a:buFont typeface="Wingdings" pitchFamily="2" charset="2"/>
              <a:buChar char="Ø"/>
              <a:defRPr sz="1400">
                <a:latin typeface="Verdana" panose="020B0604030504040204" pitchFamily="34" charset="0"/>
              </a:defRPr>
            </a:lvl5pPr>
          </a:lstStyle>
          <a:p>
            <a:pPr lvl="0"/>
            <a:r>
              <a:rPr lang="en-US" altLang="ko-KR" dirty="0"/>
              <a:t>Previous</a:t>
            </a:r>
            <a:endParaRPr lang="ko-KR" altLang="en-US" dirty="0"/>
          </a:p>
          <a:p>
            <a:pPr lvl="1"/>
            <a:r>
              <a:rPr lang="en-US" altLang="ko-KR"/>
              <a:t>two</a:t>
            </a:r>
            <a:endParaRPr lang="ko-KR" altLang="en-US" dirty="0"/>
          </a:p>
          <a:p>
            <a:pPr lvl="2"/>
            <a:r>
              <a:rPr lang="en-US" altLang="ko-KR" dirty="0"/>
              <a:t>three</a:t>
            </a:r>
            <a:endParaRPr lang="ko-KR" altLang="en-US" dirty="0"/>
          </a:p>
          <a:p>
            <a:pPr lvl="3"/>
            <a:r>
              <a:rPr lang="en-US" altLang="ko-KR" dirty="0"/>
              <a:t>four</a:t>
            </a:r>
            <a:endParaRPr lang="ko-KR" altLang="en-US" dirty="0"/>
          </a:p>
          <a:p>
            <a:pPr lvl="4"/>
            <a:r>
              <a:rPr lang="en-US" altLang="ko-KR" dirty="0"/>
              <a:t>five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439E010-2CEE-D698-A9E8-6FC1034BAE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20720" y="5271627"/>
            <a:ext cx="8923280" cy="1474124"/>
          </a:xfrm>
          <a:prstGeom prst="rect">
            <a:avLst/>
          </a:prstGeom>
        </p:spPr>
        <p:txBody>
          <a:bodyPr/>
          <a:lstStyle>
            <a:lvl1pPr marL="514338" indent="-514338">
              <a:buSzPct val="80000"/>
              <a:buFont typeface="Wingdings" panose="05000000000000000000" pitchFamily="2" charset="2"/>
              <a:buChar char="l"/>
              <a:defRPr sz="2400" b="1">
                <a:latin typeface="Verdana" panose="020B0604030504040204" pitchFamily="34" charset="0"/>
              </a:defRPr>
            </a:lvl1pPr>
            <a:lvl2pPr>
              <a:defRPr sz="2000">
                <a:latin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</a:defRPr>
            </a:lvl3pPr>
            <a:lvl4pPr marL="1371566" indent="0">
              <a:buFont typeface="Wingdings" panose="05000000000000000000" pitchFamily="2" charset="2"/>
              <a:buNone/>
              <a:defRPr sz="1500">
                <a:latin typeface="Verdana" panose="020B0604030504040204" pitchFamily="34" charset="0"/>
              </a:defRPr>
            </a:lvl4pPr>
            <a:lvl5pPr marL="1828755" indent="0">
              <a:buFont typeface="Wingdings" pitchFamily="2" charset="2"/>
              <a:buNone/>
              <a:defRPr sz="900">
                <a:latin typeface="Verdana" panose="020B0604030504040204" pitchFamily="34" charset="0"/>
              </a:defRPr>
            </a:lvl5pPr>
          </a:lstStyle>
          <a:p>
            <a:pPr lvl="0"/>
            <a:r>
              <a:rPr lang="en-US" altLang="ko-KR" dirty="0"/>
              <a:t>Next</a:t>
            </a:r>
            <a:endParaRPr lang="ko-KR" altLang="en-US" dirty="0"/>
          </a:p>
          <a:p>
            <a:pPr lvl="1"/>
            <a:r>
              <a:rPr lang="en-US" altLang="ko-KR" dirty="0"/>
              <a:t>two</a:t>
            </a:r>
            <a:endParaRPr lang="ko-KR" altLang="en-US" dirty="0"/>
          </a:p>
          <a:p>
            <a:pPr lvl="2"/>
            <a:r>
              <a:rPr lang="en-US" altLang="ko-KR" dirty="0"/>
              <a:t>three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784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71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MCL_PPT_LAYOUT_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14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38" indent="-514338">
              <a:buFont typeface="Arial" pitchFamily="34" charset="0"/>
              <a:buChar char="•"/>
              <a:defRPr sz="2500" b="1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buFont typeface="Wingdings" pitchFamily="2" charset="2"/>
              <a:buChar char="Ø"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12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4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92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75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381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565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023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714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442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15115" y="260350"/>
            <a:ext cx="2071687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95288" y="260350"/>
            <a:ext cx="6067425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685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MCL_PPT_LAYOUT_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740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38" indent="-514338">
              <a:buFont typeface="Arial" pitchFamily="34" charset="0"/>
              <a:buChar char="•"/>
              <a:defRPr sz="2500" b="1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buFont typeface="Wingdings" pitchFamily="2" charset="2"/>
              <a:buChar char="Ø"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3081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265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786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553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015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517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8022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675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009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15115" y="260350"/>
            <a:ext cx="2071687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95288" y="260350"/>
            <a:ext cx="6067425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6446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MCL_PPT_LAYOUT_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643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38" indent="-514338">
              <a:buFont typeface="Arial" pitchFamily="34" charset="0"/>
              <a:buChar char="•"/>
              <a:defRPr sz="2500" b="1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buFont typeface="Wingdings" pitchFamily="2" charset="2"/>
              <a:buChar char="Ø"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5688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707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5942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3785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4496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1661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121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959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108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15115" y="260350"/>
            <a:ext cx="2071687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95288" y="260350"/>
            <a:ext cx="6067425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7396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13" Type="http://schemas.openxmlformats.org/officeDocument/2006/relationships/image" Target="../media/image1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theme" Target="../theme/theme5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CL_PPT_LAYOUT_detai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90" y="2603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fld id="{64E6171E-7BD5-453A-BC78-6E0C2C4D25E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0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3" r:id="rId3"/>
    <p:sldLayoutId id="2147483664" r:id="rId4"/>
  </p:sldLayoutIdLst>
  <p:hf sldNum="0"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B958D56-8A64-CF06-1967-DC5E9C1D1DA1}"/>
              </a:ext>
            </a:extLst>
          </p:cNvPr>
          <p:cNvSpPr/>
          <p:nvPr userDrawn="1"/>
        </p:nvSpPr>
        <p:spPr>
          <a:xfrm>
            <a:off x="0" y="0"/>
            <a:ext cx="9144000" cy="471890"/>
          </a:xfrm>
          <a:prstGeom prst="roundRect">
            <a:avLst>
              <a:gd name="adj" fmla="val 0"/>
            </a:avLst>
          </a:prstGeom>
          <a:solidFill>
            <a:srgbClr val="0554E1"/>
          </a:solidFill>
          <a:ln w="1270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763F5B-9FBB-7C40-1F5A-42A5386CF2A4}"/>
              </a:ext>
            </a:extLst>
          </p:cNvPr>
          <p:cNvSpPr txBox="1"/>
          <p:nvPr userDrawn="1"/>
        </p:nvSpPr>
        <p:spPr>
          <a:xfrm>
            <a:off x="227348" y="139413"/>
            <a:ext cx="19323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KEIMYUNG UNIVERSITY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A0BE1-E9A2-1F5E-B101-0DBA955EE399}"/>
              </a:ext>
            </a:extLst>
          </p:cNvPr>
          <p:cNvSpPr txBox="1"/>
          <p:nvPr userDrawn="1"/>
        </p:nvSpPr>
        <p:spPr>
          <a:xfrm>
            <a:off x="1193507" y="2711546"/>
            <a:ext cx="675697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5400" b="1" i="0" dirty="0">
                <a:solidFill>
                  <a:srgbClr val="0554E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WEEKLY REPORT</a:t>
            </a:r>
            <a:endParaRPr lang="ko-KR" altLang="en-US" sz="5400" b="1" i="0" dirty="0">
              <a:solidFill>
                <a:srgbClr val="0554E1"/>
              </a:solidFill>
              <a:latin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F1AC2-DBD8-A27D-7AEA-7BD979272AD6}"/>
              </a:ext>
            </a:extLst>
          </p:cNvPr>
          <p:cNvSpPr txBox="1"/>
          <p:nvPr userDrawn="1"/>
        </p:nvSpPr>
        <p:spPr>
          <a:xfrm>
            <a:off x="5083551" y="139412"/>
            <a:ext cx="3833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Computer Vision &amp; Pattern Recognition Laboratory</a:t>
            </a:r>
            <a:endParaRPr lang="ko-KR" altLang="en-US" sz="1000" b="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3E6FE0-F3FF-CC2F-A81E-FC2B09A01DD1}"/>
              </a:ext>
            </a:extLst>
          </p:cNvPr>
          <p:cNvSpPr txBox="1"/>
          <p:nvPr userDrawn="1"/>
        </p:nvSpPr>
        <p:spPr>
          <a:xfrm>
            <a:off x="2548432" y="6550223"/>
            <a:ext cx="4047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0" i="1" dirty="0">
                <a:solidFill>
                  <a:srgbClr val="0554E1"/>
                </a:solidFill>
                <a:latin typeface="Stencil" panose="040409050D0802020404" pitchFamily="82" charset="0"/>
                <a:ea typeface="HY엽서L" panose="02030600000101010101" pitchFamily="18" charset="-127"/>
              </a:rPr>
              <a:t>“Blow the Mind into the machine”</a:t>
            </a:r>
            <a:endParaRPr lang="ko-KR" altLang="en-US" sz="1400" b="0" i="1" dirty="0">
              <a:solidFill>
                <a:srgbClr val="0554E1"/>
              </a:solidFill>
              <a:latin typeface="Stencil" panose="040409050D0802020404" pitchFamily="82" charset="0"/>
              <a:ea typeface="HY엽서L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694-FC8D-D165-34D0-A63436FEAEF1}"/>
              </a:ext>
            </a:extLst>
          </p:cNvPr>
          <p:cNvSpPr txBox="1"/>
          <p:nvPr userDrawn="1"/>
        </p:nvSpPr>
        <p:spPr>
          <a:xfrm>
            <a:off x="3825366" y="1760748"/>
            <a:ext cx="1372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0" dirty="0">
                <a:solidFill>
                  <a:srgbClr val="0554E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 MEETING</a:t>
            </a:r>
            <a:endParaRPr lang="ko-KR" altLang="en-US" sz="1200" b="1" i="0" dirty="0">
              <a:solidFill>
                <a:srgbClr val="0554E1"/>
              </a:solidFill>
              <a:latin typeface="Verdana" panose="020B0604030504040204" pitchFamily="34" charset="0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9C9D2D7-A45D-1767-B90E-27349B5C768D}"/>
              </a:ext>
            </a:extLst>
          </p:cNvPr>
          <p:cNvCxnSpPr>
            <a:cxnSpLocks/>
          </p:cNvCxnSpPr>
          <p:nvPr userDrawn="1"/>
        </p:nvCxnSpPr>
        <p:spPr>
          <a:xfrm>
            <a:off x="3433310" y="1639977"/>
            <a:ext cx="2156604" cy="0"/>
          </a:xfrm>
          <a:prstGeom prst="line">
            <a:avLst/>
          </a:prstGeom>
          <a:ln w="19050">
            <a:solidFill>
              <a:srgbClr val="0554E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FF92146-D97C-2FFE-9F58-93C5AC28129A}"/>
              </a:ext>
            </a:extLst>
          </p:cNvPr>
          <p:cNvCxnSpPr>
            <a:cxnSpLocks/>
          </p:cNvCxnSpPr>
          <p:nvPr userDrawn="1"/>
        </p:nvCxnSpPr>
        <p:spPr>
          <a:xfrm>
            <a:off x="3433310" y="2139343"/>
            <a:ext cx="2156604" cy="0"/>
          </a:xfrm>
          <a:prstGeom prst="line">
            <a:avLst/>
          </a:prstGeom>
          <a:ln w="19050">
            <a:solidFill>
              <a:srgbClr val="0554E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76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sldNum="0"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CL_PPT_LAYOUT_detail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90" y="2603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93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90" y="2603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70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CL_PPT_LAYOUT_detail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90" y="2603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75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914BE3-6FF2-580D-7EFE-1E47F069FF2D}"/>
              </a:ext>
            </a:extLst>
          </p:cNvPr>
          <p:cNvSpPr txBox="1"/>
          <p:nvPr/>
        </p:nvSpPr>
        <p:spPr>
          <a:xfrm>
            <a:off x="2825151" y="5060529"/>
            <a:ext cx="3493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554E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2026. 10. 29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554E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7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08EE3-B926-AD7B-D539-AF68D30D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DDD1D08-6616-855F-C352-892B46DA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Jiyong Lee</a:t>
            </a:r>
            <a:endParaRPr lang="ko-KR" altLang="en-US" u="none" dirty="0">
              <a:effectLst/>
            </a:endParaRPr>
          </a:p>
        </p:txBody>
      </p:sp>
      <p:sp xmlns:a14="http://schemas.microsoft.com/office/drawing/2010/main">
        <p:nvSpPr>
          <p:cNvPr id="5" name="내용 개체 틀 4">
            <a:extLst>
              <a:ext uri="{FF2B5EF4-FFF2-40B4-BE49-F238E27FC236}">
                <a16:creationId xmlns:a16="http://schemas.microsoft.com/office/drawing/2014/main" id="{2D15866A-AD4E-B809-ED87-D271A4E1D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77240"/>
            <a:ext cx="8732520" cy="1371600"/>
          </a:xfrm>
        </p:spPr>
        <p:txBody>
          <a:bodyPr/>
          <a:lstStyle/>
          <a:p>
            <a:r>
              <a:rPr sz="2000" b="1"/>
              <a:t>Previous</a:t>
            </a:r>
          </a:p>
          <a:p>
            <a:pPr lvl="1"/>
            <a:r>
              <a:rPr sz="1500"/>
              <a:t>Task switching for a robot arm (SmolVLA on PiPER)</a:t>
            </a:r>
          </a:p>
          <a:p>
            <a:pPr lvl="2"/>
            <a:r>
              <a:rPr sz="1300"/>
              <a:t>I built a simulation of our PiPER arm with up to 14 objects of 5 shapes</a:t>
            </a:r>
          </a:p>
          <a:p>
            <a:pPr lvl="2"/>
            <a:r>
              <a:rPr sz="1300"/>
              <a:t>With a small fix for the last few cm, the success rate rose from 21% to 53%</a:t>
            </a:r>
          </a:p>
        </p:txBody>
      </p:sp>
      <p:sp xmlns:a14="http://schemas.microsoft.com/office/drawing/2010/main">
        <p:nvSpPr>
          <p:cNvPr id="6" name="내용 개체 틀 5">
            <a:extLst>
              <a:ext uri="{FF2B5EF4-FFF2-40B4-BE49-F238E27FC236}">
                <a16:creationId xmlns:a16="http://schemas.microsoft.com/office/drawing/2014/main" id="{229C1C36-4B5B-3C88-C0A3-6F7C732E3A4B}"/>
              </a:ext>
            </a:extLst>
          </p:cNvPr>
          <p:cNvSpPr txBox="1">
            <a:spLocks/>
          </p:cNvSpPr>
          <p:nvPr/>
        </p:nvSpPr>
        <p:spPr bwMode="auto">
          <a:xfrm>
            <a:off x="228600" y="4937760"/>
            <a:ext cx="87325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514338" indent="-514338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  <a:cs typeface="+mn-cs"/>
              </a:defRPr>
            </a:lvl1pPr>
            <a:lvl2pPr marL="742932" indent="-28574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</a:defRPr>
            </a:lvl2pPr>
            <a:lvl3pPr marL="1142971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kumimoji="1" sz="1800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</a:defRPr>
            </a:lvl3pPr>
            <a:lvl4pPr marL="1371566" indent="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</a:defRPr>
            </a:lvl4pPr>
            <a:lvl5pPr marL="1828755" indent="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900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14537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sz="2000" b="1"/>
              <a:t>Next</a:t>
            </a:r>
          </a:p>
          <a:p>
            <a:pPr lvl="1"/>
            <a:r>
              <a:rPr sz="1500"/>
              <a:t>I will train it to handle a new command in the middle of a task</a:t>
            </a:r>
          </a:p>
        </p:txBody>
      </p:sp>
      <p:pic>
        <p:nvPicPr>
          <p:cNvPr id="7" name="Picture 6" descr="weekly_10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103120"/>
            <a:ext cx="7315200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4293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26618582-DAE1-4333-A3E1-72B186EAB037}" vid="{CBCEE8D2-B6E2-42F0-82C0-EE9C19CC1751}"/>
    </a:ext>
  </a:extLst>
</a:theme>
</file>

<file path=ppt/theme/theme2.xml><?xml version="1.0" encoding="utf-8"?>
<a:theme xmlns:a="http://schemas.openxmlformats.org/drawingml/2006/main" name="1_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26618582-DAE1-4333-A3E1-72B186EAB037}" vid="{CBCEE8D2-B6E2-42F0-82C0-EE9C19CC1751}"/>
    </a:ext>
  </a:extLst>
</a:theme>
</file>

<file path=ppt/theme/theme3.xml><?xml version="1.0" encoding="utf-8"?>
<a:theme xmlns:a="http://schemas.openxmlformats.org/drawingml/2006/main" name="2_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26618582-DAE1-4333-A3E1-72B186EAB037}" vid="{CBCEE8D2-B6E2-42F0-82C0-EE9C19CC1751}"/>
    </a:ext>
  </a:extLst>
</a:theme>
</file>

<file path=ppt/theme/theme4.xml><?xml version="1.0" encoding="utf-8"?>
<a:theme xmlns:a="http://schemas.openxmlformats.org/drawingml/2006/main" name="3_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26618582-DAE1-4333-A3E1-72B186EAB037}" vid="{CBCEE8D2-B6E2-42F0-82C0-EE9C19CC1751}"/>
    </a:ext>
  </a:extLst>
</a:theme>
</file>

<file path=ppt/theme/theme5.xml><?xml version="1.0" encoding="utf-8"?>
<a:theme xmlns:a="http://schemas.openxmlformats.org/drawingml/2006/main" name="4_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63736</TotalTime>
  <Words>60</Words>
  <Application>Microsoft Office PowerPoint</Application>
  <PresentationFormat>화면 슬라이드 쇼(4:3)</PresentationFormat>
  <Paragraphs>11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굴림</vt:lpstr>
      <vt:lpstr>맑은 고딕</vt:lpstr>
      <vt:lpstr>Arial</vt:lpstr>
      <vt:lpstr>Cambria Math</vt:lpstr>
      <vt:lpstr>Stencil</vt:lpstr>
      <vt:lpstr>Verdana</vt:lpstr>
      <vt:lpstr>Wingdings</vt:lpstr>
      <vt:lpstr>테마1</vt:lpstr>
      <vt:lpstr>1_테마1</vt:lpstr>
      <vt:lpstr>2_테마1</vt:lpstr>
      <vt:lpstr>3_테마1</vt:lpstr>
      <vt:lpstr>4_테마1</vt:lpstr>
      <vt:lpstr>PowerPoint 프레젠테이션</vt:lpstr>
      <vt:lpstr>Jiyong Lee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2026. 10. 29</dc:title>
  <cp:lastModifiedBy/>
  <cp:revision>654</cp:revision>
  <cp:lastPrinted>2026-04-17T00:47:23Z</cp:lastPrinted>
  <dcterms:created xsi:type="dcterms:W3CDTF">2021-07-05T12:29:36Z</dcterms:created>
  <dcterms:modified xsi:type="dcterms:W3CDTF">2026-10-14T06:34:28Z</dcterms:modified>
  <dc:creator/>
</cp:coreProperties>
</file>