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65" r:id="rId2"/>
    <p:sldMasterId id="2147483669" r:id="rId3"/>
    <p:sldMasterId id="2147483681" r:id="rId4"/>
    <p:sldMasterId id="2147483693" r:id="rId5"/>
  </p:sldMasterIdLst>
  <p:notesMasterIdLst>
    <p:notesMasterId r:id="rId8"/>
  </p:notesMasterIdLst>
  <p:handoutMasterIdLst>
    <p:handoutMasterId r:id="rId9"/>
  </p:handoutMasterIdLst>
  <p:sldIdLst>
    <p:sldId id="262" r:id="rId6"/>
    <p:sldId id="337" r:id="rId7"/>
  </p:sldIdLst>
  <p:sldSz cx="9144000" cy="6858000" type="screen4x3"/>
  <p:notesSz cx="9928225" cy="6797675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ECEEF"/>
    <a:srgbClr val="EAEAEA"/>
    <a:srgbClr val="F29A8E"/>
    <a:srgbClr val="F7C9AF"/>
    <a:srgbClr val="95CF9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306799F8-075E-4A3A-A7F6-7FBC6576F1A4}" styleName="테마 스타일 2 - 강조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D03447BB-5D67-496B-8E87-E561075AD55C}" styleName="어두운 스타일 1 - 강조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8EC20E35-A176-4012-BC5E-935CFFF8708E}" styleName="보통 스타일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EB344D84-9AFB-497E-A393-DC336BA19D2E}" styleName="보통 스타일 3 - 강조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006" autoAdjust="0"/>
    <p:restoredTop sz="94000" autoAdjust="0"/>
  </p:normalViewPr>
  <p:slideViewPr>
    <p:cSldViewPr snapToGrid="0">
      <p:cViewPr varScale="1">
        <p:scale>
          <a:sx n="36" d="100"/>
          <a:sy n="36" d="100"/>
        </p:scale>
        <p:origin x="630" y="4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Master" Target="slideMasters/slideMaster5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notesMaster" Target="notesMasters/notesMaster1.xml"/><Relationship Id="rId9" Type="http://schemas.openxmlformats.org/officeDocument/2006/relationships/handoutMaster" Target="handoutMasters/handout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7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438D2D5C-146A-85DF-7550-8D93321A4FBD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2" y="2"/>
            <a:ext cx="4301699" cy="3413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792AFED-3BD9-3532-9BEA-5974AF8ECA2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5623335" y="2"/>
            <a:ext cx="4303295" cy="3413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DC4C6DC-7E3F-481A-AF04-8CE95AF7B06C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24F33E99-BED7-4E4E-F623-A1F59087977D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2" y="6456363"/>
            <a:ext cx="4301699" cy="34131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85FCFE5-4096-2E1F-454C-DCC8879C128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5623335" y="6456363"/>
            <a:ext cx="4303295" cy="34131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CBB6DBB-E49E-445F-BC3F-9FFE78D1D62F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51748425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4302230" cy="34106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5623699" y="1"/>
            <a:ext cx="4302230" cy="341064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5D43C9-C162-47F1-BBA0-4345FA725EFB}" type="datetimeFigureOut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435350" y="849313"/>
            <a:ext cx="3057525" cy="229393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992824" y="3271384"/>
            <a:ext cx="7942580" cy="267658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2" y="6456615"/>
            <a:ext cx="4302230" cy="3410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5623699" y="6456615"/>
            <a:ext cx="4302230" cy="3410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1613989-C18F-4517-9B62-E5663B2C045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37365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3435350" y="849313"/>
            <a:ext cx="3057525" cy="2293937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strike="noStrike" dirty="0"/>
          </a:p>
        </p:txBody>
      </p:sp>
    </p:spTree>
    <p:extLst>
      <p:ext uri="{BB962C8B-B14F-4D97-AF65-F5344CB8AC3E}">
        <p14:creationId xmlns:p14="http://schemas.microsoft.com/office/powerpoint/2010/main" val="5499870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226842-0F88-E579-1CCF-F0766CC833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CFD7273-66EC-4FFB-3DC3-A9579ADA46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4268278-339F-D501-EFA8-A0A8235A9F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7454448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2.jpe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2.jpe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220722" y="160596"/>
            <a:ext cx="6121400" cy="647700"/>
          </a:xfrm>
        </p:spPr>
        <p:txBody>
          <a:bodyPr/>
          <a:lstStyle>
            <a:lvl1pPr algn="l">
              <a:defRPr u="sng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anose="020B0604030504040204" pitchFamily="34" charset="0"/>
              </a:defRPr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 hasCustomPrompt="1"/>
          </p:nvPr>
        </p:nvSpPr>
        <p:spPr>
          <a:xfrm>
            <a:off x="220721" y="992534"/>
            <a:ext cx="8923279" cy="4094855"/>
          </a:xfrm>
        </p:spPr>
        <p:txBody>
          <a:bodyPr/>
          <a:lstStyle>
            <a:lvl1pPr marL="514338" indent="-514338">
              <a:buSzPct val="80000"/>
              <a:buFont typeface="Wingdings" panose="05000000000000000000" pitchFamily="2" charset="2"/>
              <a:buChar char="l"/>
              <a:defRPr sz="2400" b="1">
                <a:latin typeface="Verdana" panose="020B0604030504040204" pitchFamily="34" charset="0"/>
              </a:defRPr>
            </a:lvl1pPr>
            <a:lvl2pPr>
              <a:defRPr sz="2000">
                <a:latin typeface="Verdana" panose="020B0604030504040204" pitchFamily="34" charset="0"/>
              </a:defRPr>
            </a:lvl2pPr>
            <a:lvl3pPr>
              <a:defRPr sz="1800">
                <a:latin typeface="Verdana" panose="020B0604030504040204" pitchFamily="34" charset="0"/>
              </a:defRPr>
            </a:lvl3pPr>
            <a:lvl4pPr marL="1600160" indent="-228594">
              <a:buFont typeface="Wingdings" panose="05000000000000000000" pitchFamily="2" charset="2"/>
              <a:buChar char="v"/>
              <a:defRPr sz="1600">
                <a:latin typeface="Verdana" panose="020B0604030504040204" pitchFamily="34" charset="0"/>
              </a:defRPr>
            </a:lvl4pPr>
            <a:lvl5pPr>
              <a:buFont typeface="Wingdings" pitchFamily="2" charset="2"/>
              <a:buChar char="Ø"/>
              <a:defRPr sz="1400">
                <a:latin typeface="Verdana" panose="020B0604030504040204" pitchFamily="34" charset="0"/>
              </a:defRPr>
            </a:lvl5pPr>
          </a:lstStyle>
          <a:p>
            <a:pPr lvl="0"/>
            <a:r>
              <a:rPr lang="en-US" altLang="ko-KR" dirty="0"/>
              <a:t>Previous</a:t>
            </a:r>
            <a:endParaRPr lang="ko-KR" altLang="en-US" dirty="0"/>
          </a:p>
          <a:p>
            <a:pPr lvl="1"/>
            <a:r>
              <a:rPr lang="en-US" altLang="ko-KR" dirty="0"/>
              <a:t>two</a:t>
            </a:r>
            <a:endParaRPr lang="ko-KR" altLang="en-US" dirty="0"/>
          </a:p>
          <a:p>
            <a:pPr lvl="2"/>
            <a:r>
              <a:rPr lang="en-US" altLang="ko-KR" dirty="0"/>
              <a:t>three</a:t>
            </a:r>
            <a:endParaRPr lang="ko-KR" altLang="en-US" dirty="0"/>
          </a:p>
          <a:p>
            <a:pPr lvl="3"/>
            <a:r>
              <a:rPr lang="en-US" altLang="ko-KR" dirty="0"/>
              <a:t>four</a:t>
            </a:r>
            <a:endParaRPr lang="ko-KR" altLang="en-US" dirty="0"/>
          </a:p>
          <a:p>
            <a:pPr lvl="4"/>
            <a:r>
              <a:rPr lang="en-US" altLang="ko-KR" dirty="0"/>
              <a:t>five</a:t>
            </a:r>
            <a:endParaRPr lang="ko-KR" alt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1439E010-2CEE-D698-A9E8-6FC1034BAE4A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220720" y="5271627"/>
            <a:ext cx="8923280" cy="1474124"/>
          </a:xfrm>
        </p:spPr>
        <p:txBody>
          <a:bodyPr/>
          <a:lstStyle>
            <a:lvl1pPr marL="514338" indent="-514338">
              <a:buSzPct val="80000"/>
              <a:buFont typeface="Wingdings" panose="05000000000000000000" pitchFamily="2" charset="2"/>
              <a:buChar char="l"/>
              <a:defRPr sz="2400" b="1">
                <a:latin typeface="Verdana" panose="020B0604030504040204" pitchFamily="34" charset="0"/>
              </a:defRPr>
            </a:lvl1pPr>
            <a:lvl2pPr>
              <a:defRPr sz="2000">
                <a:latin typeface="Verdana" panose="020B0604030504040204" pitchFamily="34" charset="0"/>
              </a:defRPr>
            </a:lvl2pPr>
            <a:lvl3pPr>
              <a:defRPr sz="1800">
                <a:latin typeface="Verdana" panose="020B0604030504040204" pitchFamily="34" charset="0"/>
              </a:defRPr>
            </a:lvl3pPr>
            <a:lvl4pPr marL="1371566" indent="0">
              <a:buFont typeface="Wingdings" panose="05000000000000000000" pitchFamily="2" charset="2"/>
              <a:buNone/>
              <a:defRPr sz="1500">
                <a:latin typeface="Verdana" panose="020B0604030504040204" pitchFamily="34" charset="0"/>
              </a:defRPr>
            </a:lvl4pPr>
            <a:lvl5pPr marL="1828755" indent="0">
              <a:buFont typeface="Wingdings" pitchFamily="2" charset="2"/>
              <a:buNone/>
              <a:defRPr sz="900">
                <a:latin typeface="Verdana" panose="020B0604030504040204" pitchFamily="34" charset="0"/>
              </a:defRPr>
            </a:lvl5pPr>
          </a:lstStyle>
          <a:p>
            <a:pPr lvl="0"/>
            <a:r>
              <a:rPr lang="en-US" altLang="ko-KR" dirty="0"/>
              <a:t>Next</a:t>
            </a:r>
            <a:endParaRPr lang="ko-KR" altLang="en-US" dirty="0"/>
          </a:p>
          <a:p>
            <a:pPr lvl="1"/>
            <a:r>
              <a:rPr lang="en-US" altLang="ko-KR" dirty="0"/>
              <a:t>two</a:t>
            </a:r>
            <a:endParaRPr lang="ko-KR" altLang="en-US" dirty="0"/>
          </a:p>
          <a:p>
            <a:pPr lvl="2"/>
            <a:r>
              <a:rPr lang="en-US" altLang="ko-KR" dirty="0"/>
              <a:t>three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679497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8" descr="MCL_PPT_LAYOUT_title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0"/>
            <a:ext cx="9144000" cy="685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8915" name="Rectangle 3"/>
          <p:cNvSpPr>
            <a:spLocks noGrp="1" noChangeArrowheads="1"/>
          </p:cNvSpPr>
          <p:nvPr>
            <p:ph type="ctrTitle"/>
          </p:nvPr>
        </p:nvSpPr>
        <p:spPr>
          <a:xfrm>
            <a:off x="685800" y="2130429"/>
            <a:ext cx="7772400" cy="1470025"/>
          </a:xfrm>
        </p:spPr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8916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FontTx/>
              <a:buNone/>
              <a:defRPr/>
            </a:lvl1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dt" sz="half" idx="10"/>
          </p:nvPr>
        </p:nvSpPr>
        <p:spPr>
          <a:xfrm>
            <a:off x="457200" y="6245225"/>
            <a:ext cx="2133600" cy="476250"/>
          </a:xfrm>
        </p:spPr>
        <p:txBody>
          <a:bodyPr/>
          <a:lstStyle>
            <a:lvl1pPr>
              <a:defRPr/>
            </a:lvl1pPr>
          </a:lstStyle>
          <a:p>
            <a:fld id="{FE025C43-BAE3-4B18-A713-7BCBD097DE4C}" type="datetime1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ftr" sz="quarter" idx="11"/>
          </p:nvPr>
        </p:nvSpPr>
        <p:spPr>
          <a:xfrm>
            <a:off x="3124200" y="6245225"/>
            <a:ext cx="2895600" cy="476250"/>
          </a:xfrm>
        </p:spPr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7" name="Rectangle 7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6553200" y="6245225"/>
            <a:ext cx="2133600" cy="476250"/>
          </a:xfrm>
        </p:spPr>
        <p:txBody>
          <a:bodyPr/>
          <a:lstStyle>
            <a:lvl1pPr>
              <a:defRPr/>
            </a:lvl1pPr>
          </a:lstStyle>
          <a:p>
            <a:fld id="{F72EF729-832E-45FB-8DE0-99E6D2B689C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777782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4406904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189" indent="0">
              <a:buNone/>
              <a:defRPr sz="1800"/>
            </a:lvl2pPr>
            <a:lvl3pPr marL="914377" indent="0">
              <a:buNone/>
              <a:defRPr sz="1600"/>
            </a:lvl3pPr>
            <a:lvl4pPr marL="1371566" indent="0">
              <a:buNone/>
              <a:defRPr sz="1400"/>
            </a:lvl4pPr>
            <a:lvl5pPr marL="1828754" indent="0">
              <a:buNone/>
              <a:defRPr sz="1400"/>
            </a:lvl5pPr>
            <a:lvl6pPr marL="2285943" indent="0">
              <a:buNone/>
              <a:defRPr sz="1400"/>
            </a:lvl6pPr>
            <a:lvl7pPr marL="2743131" indent="0">
              <a:buNone/>
              <a:defRPr sz="1400"/>
            </a:lvl7pPr>
            <a:lvl8pPr marL="3200320" indent="0">
              <a:buNone/>
              <a:defRPr sz="1400"/>
            </a:lvl8pPr>
            <a:lvl9pPr marL="3657509" indent="0">
              <a:buNone/>
              <a:defRPr sz="14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8D984C5-4BB0-426E-B50E-8CB1C73499A0}" type="datetime1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2EF729-832E-45FB-8DE0-99E6D2B689C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762421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125538"/>
            <a:ext cx="4038600" cy="511175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125538"/>
            <a:ext cx="4038600" cy="511175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88811D88-1703-4898-8942-D86234AC66CD}" type="datetime1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2EF729-832E-45FB-8DE0-99E6D2B689C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415195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5" name="Rectangle 3"/>
          <p:cNvSpPr>
            <a:spLocks noGrp="1" noChangeArrowheads="1"/>
          </p:cNvSpPr>
          <p:nvPr>
            <p:ph type="ctrTitle"/>
          </p:nvPr>
        </p:nvSpPr>
        <p:spPr>
          <a:xfrm>
            <a:off x="685800" y="2130429"/>
            <a:ext cx="7772400" cy="1470025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8916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/>
          <a:lstStyle>
            <a:lvl1pPr marL="0" indent="0" algn="ctr">
              <a:buFontTx/>
              <a:buNone/>
              <a:defRPr/>
            </a:lvl1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dt" sz="half" idx="10"/>
          </p:nvPr>
        </p:nvSpPr>
        <p:spPr>
          <a:xfrm>
            <a:off x="457200" y="62452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fld id="{FE025C43-BAE3-4B18-A713-7BCBD097DE4C}" type="datetime1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ftr" sz="quarter" idx="11"/>
          </p:nvPr>
        </p:nvSpPr>
        <p:spPr>
          <a:xfrm>
            <a:off x="3124200" y="6245225"/>
            <a:ext cx="2895600" cy="476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7" name="Rectangle 7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6553200" y="6245225"/>
            <a:ext cx="2133600" cy="47625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fld id="{F72EF729-832E-45FB-8DE0-99E6D2B689C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9012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220722" y="160596"/>
            <a:ext cx="6121400" cy="647700"/>
          </a:xfrm>
          <a:prstGeom prst="rect">
            <a:avLst/>
          </a:prstGeom>
        </p:spPr>
        <p:txBody>
          <a:bodyPr/>
          <a:lstStyle>
            <a:lvl1pPr algn="l">
              <a:defRPr u="sng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Verdana" panose="020B0604030504040204" pitchFamily="34" charset="0"/>
              </a:defRPr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 hasCustomPrompt="1"/>
          </p:nvPr>
        </p:nvSpPr>
        <p:spPr>
          <a:xfrm>
            <a:off x="220721" y="992534"/>
            <a:ext cx="8923279" cy="4094855"/>
          </a:xfrm>
          <a:prstGeom prst="rect">
            <a:avLst/>
          </a:prstGeom>
        </p:spPr>
        <p:txBody>
          <a:bodyPr/>
          <a:lstStyle>
            <a:lvl1pPr marL="514338" indent="-514338">
              <a:buSzPct val="80000"/>
              <a:buFont typeface="Wingdings" panose="05000000000000000000" pitchFamily="2" charset="2"/>
              <a:buChar char="l"/>
              <a:defRPr sz="2400" b="1">
                <a:latin typeface="Verdana" panose="020B0604030504040204" pitchFamily="34" charset="0"/>
              </a:defRPr>
            </a:lvl1pPr>
            <a:lvl2pPr>
              <a:defRPr sz="2000">
                <a:latin typeface="Verdana" panose="020B0604030504040204" pitchFamily="34" charset="0"/>
              </a:defRPr>
            </a:lvl2pPr>
            <a:lvl3pPr>
              <a:defRPr sz="1800">
                <a:latin typeface="Verdana" panose="020B0604030504040204" pitchFamily="34" charset="0"/>
              </a:defRPr>
            </a:lvl3pPr>
            <a:lvl4pPr marL="1600160" indent="-228594">
              <a:buFont typeface="Wingdings" panose="05000000000000000000" pitchFamily="2" charset="2"/>
              <a:buChar char="v"/>
              <a:defRPr sz="1600">
                <a:latin typeface="Verdana" panose="020B0604030504040204" pitchFamily="34" charset="0"/>
              </a:defRPr>
            </a:lvl4pPr>
            <a:lvl5pPr>
              <a:buFont typeface="Wingdings" pitchFamily="2" charset="2"/>
              <a:buChar char="Ø"/>
              <a:defRPr sz="1400">
                <a:latin typeface="Verdana" panose="020B0604030504040204" pitchFamily="34" charset="0"/>
              </a:defRPr>
            </a:lvl5pPr>
          </a:lstStyle>
          <a:p>
            <a:pPr lvl="0"/>
            <a:r>
              <a:rPr lang="en-US" altLang="ko-KR" dirty="0"/>
              <a:t>Previous</a:t>
            </a:r>
            <a:endParaRPr lang="ko-KR" altLang="en-US" dirty="0"/>
          </a:p>
          <a:p>
            <a:pPr lvl="1"/>
            <a:r>
              <a:rPr lang="en-US" altLang="ko-KR"/>
              <a:t>two</a:t>
            </a:r>
            <a:endParaRPr lang="ko-KR" altLang="en-US" dirty="0"/>
          </a:p>
          <a:p>
            <a:pPr lvl="2"/>
            <a:r>
              <a:rPr lang="en-US" altLang="ko-KR" dirty="0"/>
              <a:t>three</a:t>
            </a:r>
            <a:endParaRPr lang="ko-KR" altLang="en-US" dirty="0"/>
          </a:p>
          <a:p>
            <a:pPr lvl="3"/>
            <a:r>
              <a:rPr lang="en-US" altLang="ko-KR" dirty="0"/>
              <a:t>four</a:t>
            </a:r>
            <a:endParaRPr lang="ko-KR" altLang="en-US" dirty="0"/>
          </a:p>
          <a:p>
            <a:pPr lvl="4"/>
            <a:r>
              <a:rPr lang="en-US" altLang="ko-KR" dirty="0"/>
              <a:t>five</a:t>
            </a:r>
            <a:endParaRPr lang="ko-KR" altLang="en-US" dirty="0"/>
          </a:p>
        </p:txBody>
      </p:sp>
      <p:sp>
        <p:nvSpPr>
          <p:cNvPr id="7" name="내용 개체 틀 2">
            <a:extLst>
              <a:ext uri="{FF2B5EF4-FFF2-40B4-BE49-F238E27FC236}">
                <a16:creationId xmlns:a16="http://schemas.microsoft.com/office/drawing/2014/main" id="{1439E010-2CEE-D698-A9E8-6FC1034BAE4A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220720" y="5271627"/>
            <a:ext cx="8923280" cy="1474124"/>
          </a:xfrm>
          <a:prstGeom prst="rect">
            <a:avLst/>
          </a:prstGeom>
        </p:spPr>
        <p:txBody>
          <a:bodyPr/>
          <a:lstStyle>
            <a:lvl1pPr marL="514338" indent="-514338">
              <a:buSzPct val="80000"/>
              <a:buFont typeface="Wingdings" panose="05000000000000000000" pitchFamily="2" charset="2"/>
              <a:buChar char="l"/>
              <a:defRPr sz="2400" b="1">
                <a:latin typeface="Verdana" panose="020B0604030504040204" pitchFamily="34" charset="0"/>
              </a:defRPr>
            </a:lvl1pPr>
            <a:lvl2pPr>
              <a:defRPr sz="2000">
                <a:latin typeface="Verdana" panose="020B0604030504040204" pitchFamily="34" charset="0"/>
              </a:defRPr>
            </a:lvl2pPr>
            <a:lvl3pPr>
              <a:defRPr sz="1800">
                <a:latin typeface="Verdana" panose="020B0604030504040204" pitchFamily="34" charset="0"/>
              </a:defRPr>
            </a:lvl3pPr>
            <a:lvl4pPr marL="1371566" indent="0">
              <a:buFont typeface="Wingdings" panose="05000000000000000000" pitchFamily="2" charset="2"/>
              <a:buNone/>
              <a:defRPr sz="1500">
                <a:latin typeface="Verdana" panose="020B0604030504040204" pitchFamily="34" charset="0"/>
              </a:defRPr>
            </a:lvl4pPr>
            <a:lvl5pPr marL="1828755" indent="0">
              <a:buFont typeface="Wingdings" pitchFamily="2" charset="2"/>
              <a:buNone/>
              <a:defRPr sz="900">
                <a:latin typeface="Verdana" panose="020B0604030504040204" pitchFamily="34" charset="0"/>
              </a:defRPr>
            </a:lvl5pPr>
          </a:lstStyle>
          <a:p>
            <a:pPr lvl="0"/>
            <a:r>
              <a:rPr lang="en-US" altLang="ko-KR" dirty="0"/>
              <a:t>Next</a:t>
            </a:r>
            <a:endParaRPr lang="ko-KR" altLang="en-US" dirty="0"/>
          </a:p>
          <a:p>
            <a:pPr lvl="1"/>
            <a:r>
              <a:rPr lang="en-US" altLang="ko-KR" dirty="0"/>
              <a:t>two</a:t>
            </a:r>
            <a:endParaRPr lang="ko-KR" altLang="en-US" dirty="0"/>
          </a:p>
          <a:p>
            <a:pPr lvl="2"/>
            <a:r>
              <a:rPr lang="en-US" altLang="ko-KR" dirty="0"/>
              <a:t>three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478435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257146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8" descr="MCL_PPT_LAYOUT_title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0"/>
            <a:ext cx="9144000" cy="685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8915" name="Rectangle 3"/>
          <p:cNvSpPr>
            <a:spLocks noGrp="1" noChangeArrowheads="1"/>
          </p:cNvSpPr>
          <p:nvPr>
            <p:ph type="ctrTitle"/>
          </p:nvPr>
        </p:nvSpPr>
        <p:spPr>
          <a:xfrm>
            <a:off x="685800" y="2130429"/>
            <a:ext cx="7772400" cy="1470025"/>
          </a:xfrm>
        </p:spPr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8916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FontTx/>
              <a:buNone/>
              <a:defRPr/>
            </a:lvl1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dt" sz="half" idx="10"/>
          </p:nvPr>
        </p:nvSpPr>
        <p:spPr>
          <a:xfrm>
            <a:off x="457200" y="6245225"/>
            <a:ext cx="2133600" cy="476250"/>
          </a:xfrm>
        </p:spPr>
        <p:txBody>
          <a:bodyPr/>
          <a:lstStyle>
            <a:lvl1pPr>
              <a:defRPr/>
            </a:lvl1pPr>
          </a:lstStyle>
          <a:p>
            <a:fld id="{4BFBF66C-E644-49EA-9236-69132076F04C}" type="datetimeFigureOut">
              <a:rPr lang="ko-KR" altLang="en-US" smtClean="0"/>
              <a:pPr/>
              <a:t>2026-10-14</a:t>
            </a:fld>
            <a:endParaRPr lang="ko-KR" alt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ftr" sz="quarter" idx="11"/>
          </p:nvPr>
        </p:nvSpPr>
        <p:spPr>
          <a:xfrm>
            <a:off x="3124200" y="6245225"/>
            <a:ext cx="2895600" cy="476250"/>
          </a:xfrm>
        </p:spPr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7" name="Rectangle 7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6553200" y="6245225"/>
            <a:ext cx="2133600" cy="476250"/>
          </a:xfrm>
        </p:spPr>
        <p:txBody>
          <a:bodyPr/>
          <a:lstStyle>
            <a:lvl1pPr>
              <a:defRPr/>
            </a:lvl1pPr>
          </a:lstStyle>
          <a:p>
            <a:fld id="{F72EF729-832E-45FB-8DE0-99E6D2B689C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041495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514338" indent="-514338">
              <a:buFont typeface="Arial" pitchFamily="34" charset="0"/>
              <a:buChar char="•"/>
              <a:defRPr sz="2500" b="1"/>
            </a:lvl1pPr>
            <a:lvl2pPr>
              <a:defRPr sz="1800"/>
            </a:lvl2pPr>
            <a:lvl3pPr>
              <a:defRPr sz="1500"/>
            </a:lvl3pPr>
            <a:lvl4pPr>
              <a:defRPr sz="1200"/>
            </a:lvl4pPr>
            <a:lvl5pPr>
              <a:buFont typeface="Wingdings" pitchFamily="2" charset="2"/>
              <a:buChar char="Ø"/>
              <a:defRPr sz="900"/>
            </a:lvl5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dirty="0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BFBF66C-E644-49EA-9236-69132076F04C}" type="datetimeFigureOut">
              <a:rPr lang="ko-KR" altLang="en-US" smtClean="0"/>
              <a:pPr/>
              <a:t>2026-10-14</a:t>
            </a:fld>
            <a:endParaRPr lang="ko-KR" alt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2EF729-832E-45FB-8DE0-99E6D2B689C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881218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4406904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189" indent="0">
              <a:buNone/>
              <a:defRPr sz="1800"/>
            </a:lvl2pPr>
            <a:lvl3pPr marL="914377" indent="0">
              <a:buNone/>
              <a:defRPr sz="1600"/>
            </a:lvl3pPr>
            <a:lvl4pPr marL="1371566" indent="0">
              <a:buNone/>
              <a:defRPr sz="1400"/>
            </a:lvl4pPr>
            <a:lvl5pPr marL="1828754" indent="0">
              <a:buNone/>
              <a:defRPr sz="1400"/>
            </a:lvl5pPr>
            <a:lvl6pPr marL="2285943" indent="0">
              <a:buNone/>
              <a:defRPr sz="1400"/>
            </a:lvl6pPr>
            <a:lvl7pPr marL="2743131" indent="0">
              <a:buNone/>
              <a:defRPr sz="1400"/>
            </a:lvl7pPr>
            <a:lvl8pPr marL="3200320" indent="0">
              <a:buNone/>
              <a:defRPr sz="1400"/>
            </a:lvl8pPr>
            <a:lvl9pPr marL="3657509" indent="0">
              <a:buNone/>
              <a:defRPr sz="14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BFBF66C-E644-49EA-9236-69132076F04C}" type="datetimeFigureOut">
              <a:rPr lang="ko-KR" altLang="en-US" smtClean="0"/>
              <a:pPr/>
              <a:t>2026-10-14</a:t>
            </a:fld>
            <a:endParaRPr lang="ko-KR" alt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2EF729-832E-45FB-8DE0-99E6D2B689C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54411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125538"/>
            <a:ext cx="4038600" cy="511175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125538"/>
            <a:ext cx="4038600" cy="511175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BFBF66C-E644-49EA-9236-69132076F04C}" type="datetimeFigureOut">
              <a:rPr lang="ko-KR" altLang="en-US" smtClean="0"/>
              <a:pPr/>
              <a:t>2026-10-14</a:t>
            </a:fld>
            <a:endParaRPr lang="ko-KR" alt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2EF729-832E-45FB-8DE0-99E6D2B689C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0849224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7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7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BFBF66C-E644-49EA-9236-69132076F04C}" type="datetimeFigureOut">
              <a:rPr lang="ko-KR" altLang="en-US" smtClean="0"/>
              <a:pPr/>
              <a:t>2026-10-14</a:t>
            </a:fld>
            <a:endParaRPr lang="ko-KR" altLang="en-US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2EF729-832E-45FB-8DE0-99E6D2B689C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7375449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BFBF66C-E644-49EA-9236-69132076F04C}" type="datetimeFigureOut">
              <a:rPr lang="ko-KR" altLang="en-US" smtClean="0"/>
              <a:pPr/>
              <a:t>2026-10-14</a:t>
            </a:fld>
            <a:endParaRPr lang="ko-KR" altLang="en-US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2EF729-832E-45FB-8DE0-99E6D2B689C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7138198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BFBF66C-E644-49EA-9236-69132076F04C}" type="datetimeFigureOut">
              <a:rPr lang="ko-KR" altLang="en-US" smtClean="0"/>
              <a:pPr/>
              <a:t>2026-10-14</a:t>
            </a:fld>
            <a:endParaRPr lang="ko-KR" altLang="en-US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2EF729-832E-45FB-8DE0-99E6D2B689C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656545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2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73054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2" y="1435103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189" indent="0">
              <a:buNone/>
              <a:defRPr sz="1200"/>
            </a:lvl2pPr>
            <a:lvl3pPr marL="914377" indent="0">
              <a:buNone/>
              <a:defRPr sz="1000"/>
            </a:lvl3pPr>
            <a:lvl4pPr marL="1371566" indent="0">
              <a:buNone/>
              <a:defRPr sz="900"/>
            </a:lvl4pPr>
            <a:lvl5pPr marL="1828754" indent="0">
              <a:buNone/>
              <a:defRPr sz="900"/>
            </a:lvl5pPr>
            <a:lvl6pPr marL="2285943" indent="0">
              <a:buNone/>
              <a:defRPr sz="900"/>
            </a:lvl6pPr>
            <a:lvl7pPr marL="2743131" indent="0">
              <a:buNone/>
              <a:defRPr sz="900"/>
            </a:lvl7pPr>
            <a:lvl8pPr marL="3200320" indent="0">
              <a:buNone/>
              <a:defRPr sz="900"/>
            </a:lvl8pPr>
            <a:lvl9pPr marL="3657509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BFBF66C-E644-49EA-9236-69132076F04C}" type="datetimeFigureOut">
              <a:rPr lang="ko-KR" altLang="en-US" smtClean="0"/>
              <a:pPr/>
              <a:t>2026-10-14</a:t>
            </a:fld>
            <a:endParaRPr lang="ko-KR" alt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2EF729-832E-45FB-8DE0-99E6D2B689C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2102343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pPr lvl="0"/>
            <a:r>
              <a:rPr lang="ko-KR" altLang="en-US" noProof="0"/>
              <a:t>그림을 추가하려면 아이콘을 클릭하십시오</a:t>
            </a:r>
            <a:endParaRPr lang="ko-KR" altLang="en-US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189" indent="0">
              <a:buNone/>
              <a:defRPr sz="1200"/>
            </a:lvl2pPr>
            <a:lvl3pPr marL="914377" indent="0">
              <a:buNone/>
              <a:defRPr sz="1000"/>
            </a:lvl3pPr>
            <a:lvl4pPr marL="1371566" indent="0">
              <a:buNone/>
              <a:defRPr sz="900"/>
            </a:lvl4pPr>
            <a:lvl5pPr marL="1828754" indent="0">
              <a:buNone/>
              <a:defRPr sz="900"/>
            </a:lvl5pPr>
            <a:lvl6pPr marL="2285943" indent="0">
              <a:buNone/>
              <a:defRPr sz="900"/>
            </a:lvl6pPr>
            <a:lvl7pPr marL="2743131" indent="0">
              <a:buNone/>
              <a:defRPr sz="900"/>
            </a:lvl7pPr>
            <a:lvl8pPr marL="3200320" indent="0">
              <a:buNone/>
              <a:defRPr sz="900"/>
            </a:lvl8pPr>
            <a:lvl9pPr marL="3657509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BFBF66C-E644-49EA-9236-69132076F04C}" type="datetimeFigureOut">
              <a:rPr lang="ko-KR" altLang="en-US" smtClean="0"/>
              <a:pPr/>
              <a:t>2026-10-14</a:t>
            </a:fld>
            <a:endParaRPr lang="ko-KR" alt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2EF729-832E-45FB-8DE0-99E6D2B689C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5371470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BFBF66C-E644-49EA-9236-69132076F04C}" type="datetimeFigureOut">
              <a:rPr lang="ko-KR" altLang="en-US" smtClean="0"/>
              <a:pPr/>
              <a:t>2026-10-14</a:t>
            </a:fld>
            <a:endParaRPr lang="ko-KR" alt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2EF729-832E-45FB-8DE0-99E6D2B689C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3344202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15115" y="260350"/>
            <a:ext cx="2071687" cy="59769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395288" y="260350"/>
            <a:ext cx="6067425" cy="59769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BFBF66C-E644-49EA-9236-69132076F04C}" type="datetimeFigureOut">
              <a:rPr lang="ko-KR" altLang="en-US" smtClean="0"/>
              <a:pPr/>
              <a:t>2026-10-14</a:t>
            </a:fld>
            <a:endParaRPr lang="ko-KR" alt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2EF729-832E-45FB-8DE0-99E6D2B689C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7168555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8" descr="MCL_PPT_LAYOUT_title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0"/>
            <a:ext cx="9144000" cy="685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8915" name="Rectangle 3"/>
          <p:cNvSpPr>
            <a:spLocks noGrp="1" noChangeArrowheads="1"/>
          </p:cNvSpPr>
          <p:nvPr>
            <p:ph type="ctrTitle"/>
          </p:nvPr>
        </p:nvSpPr>
        <p:spPr>
          <a:xfrm>
            <a:off x="685800" y="2130429"/>
            <a:ext cx="7772400" cy="1470025"/>
          </a:xfrm>
        </p:spPr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8916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FontTx/>
              <a:buNone/>
              <a:defRPr/>
            </a:lvl1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dt" sz="half" idx="10"/>
          </p:nvPr>
        </p:nvSpPr>
        <p:spPr>
          <a:xfrm>
            <a:off x="457200" y="6245225"/>
            <a:ext cx="2133600" cy="476250"/>
          </a:xfrm>
        </p:spPr>
        <p:txBody>
          <a:bodyPr/>
          <a:lstStyle>
            <a:lvl1pPr>
              <a:defRPr/>
            </a:lvl1pPr>
          </a:lstStyle>
          <a:p>
            <a:fld id="{4BFBF66C-E644-49EA-9236-69132076F04C}" type="datetimeFigureOut">
              <a:rPr lang="ko-KR" altLang="en-US" smtClean="0"/>
              <a:pPr/>
              <a:t>2026-10-14</a:t>
            </a:fld>
            <a:endParaRPr lang="ko-KR" alt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ftr" sz="quarter" idx="11"/>
          </p:nvPr>
        </p:nvSpPr>
        <p:spPr>
          <a:xfrm>
            <a:off x="3124200" y="6245225"/>
            <a:ext cx="2895600" cy="476250"/>
          </a:xfrm>
        </p:spPr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7" name="Rectangle 7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6553200" y="6245225"/>
            <a:ext cx="2133600" cy="476250"/>
          </a:xfrm>
        </p:spPr>
        <p:txBody>
          <a:bodyPr/>
          <a:lstStyle>
            <a:lvl1pPr>
              <a:defRPr/>
            </a:lvl1pPr>
          </a:lstStyle>
          <a:p>
            <a:fld id="{F72EF729-832E-45FB-8DE0-99E6D2B689C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9274085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514338" indent="-514338">
              <a:buFont typeface="Arial" pitchFamily="34" charset="0"/>
              <a:buChar char="•"/>
              <a:defRPr sz="2500" b="1"/>
            </a:lvl1pPr>
            <a:lvl2pPr>
              <a:defRPr sz="1800"/>
            </a:lvl2pPr>
            <a:lvl3pPr>
              <a:defRPr sz="1500"/>
            </a:lvl3pPr>
            <a:lvl4pPr>
              <a:defRPr sz="1200"/>
            </a:lvl4pPr>
            <a:lvl5pPr>
              <a:buFont typeface="Wingdings" pitchFamily="2" charset="2"/>
              <a:buChar char="Ø"/>
              <a:defRPr sz="900"/>
            </a:lvl5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dirty="0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BFBF66C-E644-49EA-9236-69132076F04C}" type="datetimeFigureOut">
              <a:rPr lang="ko-KR" altLang="en-US" smtClean="0"/>
              <a:pPr/>
              <a:t>2026-10-14</a:t>
            </a:fld>
            <a:endParaRPr lang="ko-KR" alt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2EF729-832E-45FB-8DE0-99E6D2B689C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2630814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4406904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189" indent="0">
              <a:buNone/>
              <a:defRPr sz="1800"/>
            </a:lvl2pPr>
            <a:lvl3pPr marL="914377" indent="0">
              <a:buNone/>
              <a:defRPr sz="1600"/>
            </a:lvl3pPr>
            <a:lvl4pPr marL="1371566" indent="0">
              <a:buNone/>
              <a:defRPr sz="1400"/>
            </a:lvl4pPr>
            <a:lvl5pPr marL="1828754" indent="0">
              <a:buNone/>
              <a:defRPr sz="1400"/>
            </a:lvl5pPr>
            <a:lvl6pPr marL="2285943" indent="0">
              <a:buNone/>
              <a:defRPr sz="1400"/>
            </a:lvl6pPr>
            <a:lvl7pPr marL="2743131" indent="0">
              <a:buNone/>
              <a:defRPr sz="1400"/>
            </a:lvl7pPr>
            <a:lvl8pPr marL="3200320" indent="0">
              <a:buNone/>
              <a:defRPr sz="1400"/>
            </a:lvl8pPr>
            <a:lvl9pPr marL="3657509" indent="0">
              <a:buNone/>
              <a:defRPr sz="14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BFBF66C-E644-49EA-9236-69132076F04C}" type="datetimeFigureOut">
              <a:rPr lang="ko-KR" altLang="en-US" smtClean="0"/>
              <a:pPr/>
              <a:t>2026-10-14</a:t>
            </a:fld>
            <a:endParaRPr lang="ko-KR" alt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2EF729-832E-45FB-8DE0-99E6D2B689C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6326507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125538"/>
            <a:ext cx="4038600" cy="511175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125538"/>
            <a:ext cx="4038600" cy="511175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BFBF66C-E644-49EA-9236-69132076F04C}" type="datetimeFigureOut">
              <a:rPr lang="ko-KR" altLang="en-US" smtClean="0"/>
              <a:pPr/>
              <a:t>2026-10-14</a:t>
            </a:fld>
            <a:endParaRPr lang="ko-KR" alt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2EF729-832E-45FB-8DE0-99E6D2B689C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278653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7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7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BFBF66C-E644-49EA-9236-69132076F04C}" type="datetimeFigureOut">
              <a:rPr lang="ko-KR" altLang="en-US" smtClean="0"/>
              <a:pPr/>
              <a:t>2026-10-14</a:t>
            </a:fld>
            <a:endParaRPr lang="ko-KR" altLang="en-US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2EF729-832E-45FB-8DE0-99E6D2B689C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755321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BFBF66C-E644-49EA-9236-69132076F04C}" type="datetimeFigureOut">
              <a:rPr lang="ko-KR" altLang="en-US" smtClean="0"/>
              <a:pPr/>
              <a:t>2026-10-14</a:t>
            </a:fld>
            <a:endParaRPr lang="ko-KR" altLang="en-US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2EF729-832E-45FB-8DE0-99E6D2B689C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801568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BFBF66C-E644-49EA-9236-69132076F04C}" type="datetimeFigureOut">
              <a:rPr lang="ko-KR" altLang="en-US" smtClean="0"/>
              <a:pPr/>
              <a:t>2026-10-14</a:t>
            </a:fld>
            <a:endParaRPr lang="ko-KR" altLang="en-US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2EF729-832E-45FB-8DE0-99E6D2B689C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6051728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2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73054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2" y="1435103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189" indent="0">
              <a:buNone/>
              <a:defRPr sz="1200"/>
            </a:lvl2pPr>
            <a:lvl3pPr marL="914377" indent="0">
              <a:buNone/>
              <a:defRPr sz="1000"/>
            </a:lvl3pPr>
            <a:lvl4pPr marL="1371566" indent="0">
              <a:buNone/>
              <a:defRPr sz="900"/>
            </a:lvl4pPr>
            <a:lvl5pPr marL="1828754" indent="0">
              <a:buNone/>
              <a:defRPr sz="900"/>
            </a:lvl5pPr>
            <a:lvl6pPr marL="2285943" indent="0">
              <a:buNone/>
              <a:defRPr sz="900"/>
            </a:lvl6pPr>
            <a:lvl7pPr marL="2743131" indent="0">
              <a:buNone/>
              <a:defRPr sz="900"/>
            </a:lvl7pPr>
            <a:lvl8pPr marL="3200320" indent="0">
              <a:buNone/>
              <a:defRPr sz="900"/>
            </a:lvl8pPr>
            <a:lvl9pPr marL="3657509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BFBF66C-E644-49EA-9236-69132076F04C}" type="datetimeFigureOut">
              <a:rPr lang="ko-KR" altLang="en-US" smtClean="0"/>
              <a:pPr/>
              <a:t>2026-10-14</a:t>
            </a:fld>
            <a:endParaRPr lang="ko-KR" alt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2EF729-832E-45FB-8DE0-99E6D2B689C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43802270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pPr lvl="0"/>
            <a:r>
              <a:rPr lang="ko-KR" altLang="en-US" noProof="0"/>
              <a:t>그림을 추가하려면 아이콘을 클릭하십시오</a:t>
            </a:r>
            <a:endParaRPr lang="ko-KR" altLang="en-US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189" indent="0">
              <a:buNone/>
              <a:defRPr sz="1200"/>
            </a:lvl2pPr>
            <a:lvl3pPr marL="914377" indent="0">
              <a:buNone/>
              <a:defRPr sz="1000"/>
            </a:lvl3pPr>
            <a:lvl4pPr marL="1371566" indent="0">
              <a:buNone/>
              <a:defRPr sz="900"/>
            </a:lvl4pPr>
            <a:lvl5pPr marL="1828754" indent="0">
              <a:buNone/>
              <a:defRPr sz="900"/>
            </a:lvl5pPr>
            <a:lvl6pPr marL="2285943" indent="0">
              <a:buNone/>
              <a:defRPr sz="900"/>
            </a:lvl6pPr>
            <a:lvl7pPr marL="2743131" indent="0">
              <a:buNone/>
              <a:defRPr sz="900"/>
            </a:lvl7pPr>
            <a:lvl8pPr marL="3200320" indent="0">
              <a:buNone/>
              <a:defRPr sz="900"/>
            </a:lvl8pPr>
            <a:lvl9pPr marL="3657509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BFBF66C-E644-49EA-9236-69132076F04C}" type="datetimeFigureOut">
              <a:rPr lang="ko-KR" altLang="en-US" smtClean="0"/>
              <a:pPr/>
              <a:t>2026-10-14</a:t>
            </a:fld>
            <a:endParaRPr lang="ko-KR" alt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2EF729-832E-45FB-8DE0-99E6D2B689C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25675832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BFBF66C-E644-49EA-9236-69132076F04C}" type="datetimeFigureOut">
              <a:rPr lang="ko-KR" altLang="en-US" smtClean="0"/>
              <a:pPr/>
              <a:t>2026-10-14</a:t>
            </a:fld>
            <a:endParaRPr lang="ko-KR" alt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2EF729-832E-45FB-8DE0-99E6D2B689C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0500950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15115" y="260350"/>
            <a:ext cx="2071687" cy="59769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395288" y="260350"/>
            <a:ext cx="6067425" cy="59769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BFBF66C-E644-49EA-9236-69132076F04C}" type="datetimeFigureOut">
              <a:rPr lang="ko-KR" altLang="en-US" smtClean="0"/>
              <a:pPr/>
              <a:t>2026-10-14</a:t>
            </a:fld>
            <a:endParaRPr lang="ko-KR" alt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2EF729-832E-45FB-8DE0-99E6D2B689C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4644641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8" descr="MCL_PPT_LAYOUT_title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0"/>
            <a:ext cx="9144000" cy="685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38915" name="Rectangle 3"/>
          <p:cNvSpPr>
            <a:spLocks noGrp="1" noChangeArrowheads="1"/>
          </p:cNvSpPr>
          <p:nvPr>
            <p:ph type="ctrTitle"/>
          </p:nvPr>
        </p:nvSpPr>
        <p:spPr>
          <a:xfrm>
            <a:off x="685800" y="2130429"/>
            <a:ext cx="7772400" cy="1470025"/>
          </a:xfrm>
        </p:spPr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8916" name="Rectangle 4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FontTx/>
              <a:buNone/>
              <a:defRPr/>
            </a:lvl1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dt" sz="half" idx="10"/>
          </p:nvPr>
        </p:nvSpPr>
        <p:spPr>
          <a:xfrm>
            <a:off x="457200" y="6245225"/>
            <a:ext cx="2133600" cy="476250"/>
          </a:xfrm>
        </p:spPr>
        <p:txBody>
          <a:bodyPr/>
          <a:lstStyle>
            <a:lvl1pPr>
              <a:defRPr/>
            </a:lvl1pPr>
          </a:lstStyle>
          <a:p>
            <a:fld id="{4BFBF66C-E644-49EA-9236-69132076F04C}" type="datetimeFigureOut">
              <a:rPr lang="ko-KR" altLang="en-US" smtClean="0"/>
              <a:pPr/>
              <a:t>2026-10-14</a:t>
            </a:fld>
            <a:endParaRPr lang="ko-KR" alt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ftr" sz="quarter" idx="11"/>
          </p:nvPr>
        </p:nvSpPr>
        <p:spPr>
          <a:xfrm>
            <a:off x="3124200" y="6245225"/>
            <a:ext cx="2895600" cy="476250"/>
          </a:xfrm>
        </p:spPr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7" name="Rectangle 7"/>
          <p:cNvSpPr>
            <a:spLocks noGrp="1" noChangeArrowheads="1"/>
          </p:cNvSpPr>
          <p:nvPr>
            <p:ph type="sldNum" sz="quarter" idx="12"/>
          </p:nvPr>
        </p:nvSpPr>
        <p:spPr>
          <a:xfrm>
            <a:off x="6553200" y="6245225"/>
            <a:ext cx="2133600" cy="476250"/>
          </a:xfrm>
        </p:spPr>
        <p:txBody>
          <a:bodyPr/>
          <a:lstStyle>
            <a:lvl1pPr>
              <a:defRPr/>
            </a:lvl1pPr>
          </a:lstStyle>
          <a:p>
            <a:fld id="{F72EF729-832E-45FB-8DE0-99E6D2B689C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94264331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514338" indent="-514338">
              <a:buFont typeface="Arial" pitchFamily="34" charset="0"/>
              <a:buChar char="•"/>
              <a:defRPr sz="2500" b="1"/>
            </a:lvl1pPr>
            <a:lvl2pPr>
              <a:defRPr sz="1800"/>
            </a:lvl2pPr>
            <a:lvl3pPr>
              <a:defRPr sz="1500"/>
            </a:lvl3pPr>
            <a:lvl4pPr>
              <a:defRPr sz="1200"/>
            </a:lvl4pPr>
            <a:lvl5pPr>
              <a:buFont typeface="Wingdings" pitchFamily="2" charset="2"/>
              <a:buChar char="Ø"/>
              <a:defRPr sz="900"/>
            </a:lvl5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ko-KR" altLang="en-US" dirty="0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BFBF66C-E644-49EA-9236-69132076F04C}" type="datetimeFigureOut">
              <a:rPr lang="ko-KR" altLang="en-US" smtClean="0"/>
              <a:pPr/>
              <a:t>2026-10-14</a:t>
            </a:fld>
            <a:endParaRPr lang="ko-KR" alt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2EF729-832E-45FB-8DE0-99E6D2B689C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79568858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4406904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189" indent="0">
              <a:buNone/>
              <a:defRPr sz="1800"/>
            </a:lvl2pPr>
            <a:lvl3pPr marL="914377" indent="0">
              <a:buNone/>
              <a:defRPr sz="1600"/>
            </a:lvl3pPr>
            <a:lvl4pPr marL="1371566" indent="0">
              <a:buNone/>
              <a:defRPr sz="1400"/>
            </a:lvl4pPr>
            <a:lvl5pPr marL="1828754" indent="0">
              <a:buNone/>
              <a:defRPr sz="1400"/>
            </a:lvl5pPr>
            <a:lvl6pPr marL="2285943" indent="0">
              <a:buNone/>
              <a:defRPr sz="1400"/>
            </a:lvl6pPr>
            <a:lvl7pPr marL="2743131" indent="0">
              <a:buNone/>
              <a:defRPr sz="1400"/>
            </a:lvl7pPr>
            <a:lvl8pPr marL="3200320" indent="0">
              <a:buNone/>
              <a:defRPr sz="1400"/>
            </a:lvl8pPr>
            <a:lvl9pPr marL="3657509" indent="0">
              <a:buNone/>
              <a:defRPr sz="14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BFBF66C-E644-49EA-9236-69132076F04C}" type="datetimeFigureOut">
              <a:rPr lang="ko-KR" altLang="en-US" smtClean="0"/>
              <a:pPr/>
              <a:t>2026-10-14</a:t>
            </a:fld>
            <a:endParaRPr lang="ko-KR" alt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2EF729-832E-45FB-8DE0-99E6D2B689C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30707054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125538"/>
            <a:ext cx="4038600" cy="511175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125538"/>
            <a:ext cx="4038600" cy="5111750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BFBF66C-E644-49EA-9236-69132076F04C}" type="datetimeFigureOut">
              <a:rPr lang="ko-KR" altLang="en-US" smtClean="0"/>
              <a:pPr/>
              <a:t>2026-10-14</a:t>
            </a:fld>
            <a:endParaRPr lang="ko-KR" alt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2EF729-832E-45FB-8DE0-99E6D2B689C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0594264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7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7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BFBF66C-E644-49EA-9236-69132076F04C}" type="datetimeFigureOut">
              <a:rPr lang="ko-KR" altLang="en-US" smtClean="0"/>
              <a:pPr/>
              <a:t>2026-10-14</a:t>
            </a:fld>
            <a:endParaRPr lang="ko-KR" altLang="en-US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2EF729-832E-45FB-8DE0-99E6D2B689C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1378549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BFBF66C-E644-49EA-9236-69132076F04C}" type="datetimeFigureOut">
              <a:rPr lang="ko-KR" altLang="en-US" smtClean="0"/>
              <a:pPr/>
              <a:t>2026-10-14</a:t>
            </a:fld>
            <a:endParaRPr lang="ko-KR" altLang="en-US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2EF729-832E-45FB-8DE0-99E6D2B689C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6449694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BFBF66C-E644-49EA-9236-69132076F04C}" type="datetimeFigureOut">
              <a:rPr lang="ko-KR" altLang="en-US" smtClean="0"/>
              <a:pPr/>
              <a:t>2026-10-14</a:t>
            </a:fld>
            <a:endParaRPr lang="ko-KR" altLang="en-US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2EF729-832E-45FB-8DE0-99E6D2B689C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28166152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2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73054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2" y="1435103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189" indent="0">
              <a:buNone/>
              <a:defRPr sz="1200"/>
            </a:lvl2pPr>
            <a:lvl3pPr marL="914377" indent="0">
              <a:buNone/>
              <a:defRPr sz="1000"/>
            </a:lvl3pPr>
            <a:lvl4pPr marL="1371566" indent="0">
              <a:buNone/>
              <a:defRPr sz="900"/>
            </a:lvl4pPr>
            <a:lvl5pPr marL="1828754" indent="0">
              <a:buNone/>
              <a:defRPr sz="900"/>
            </a:lvl5pPr>
            <a:lvl6pPr marL="2285943" indent="0">
              <a:buNone/>
              <a:defRPr sz="900"/>
            </a:lvl6pPr>
            <a:lvl7pPr marL="2743131" indent="0">
              <a:buNone/>
              <a:defRPr sz="900"/>
            </a:lvl7pPr>
            <a:lvl8pPr marL="3200320" indent="0">
              <a:buNone/>
              <a:defRPr sz="900"/>
            </a:lvl8pPr>
            <a:lvl9pPr marL="3657509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BFBF66C-E644-49EA-9236-69132076F04C}" type="datetimeFigureOut">
              <a:rPr lang="ko-KR" altLang="en-US" smtClean="0"/>
              <a:pPr/>
              <a:t>2026-10-14</a:t>
            </a:fld>
            <a:endParaRPr lang="ko-KR" alt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2EF729-832E-45FB-8DE0-99E6D2B689C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712189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pPr lvl="0"/>
            <a:r>
              <a:rPr lang="ko-KR" altLang="en-US" noProof="0"/>
              <a:t>그림을 추가하려면 아이콘을 클릭하십시오</a:t>
            </a:r>
            <a:endParaRPr lang="ko-KR" altLang="en-US" noProof="0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189" indent="0">
              <a:buNone/>
              <a:defRPr sz="1200"/>
            </a:lvl2pPr>
            <a:lvl3pPr marL="914377" indent="0">
              <a:buNone/>
              <a:defRPr sz="1000"/>
            </a:lvl3pPr>
            <a:lvl4pPr marL="1371566" indent="0">
              <a:buNone/>
              <a:defRPr sz="900"/>
            </a:lvl4pPr>
            <a:lvl5pPr marL="1828754" indent="0">
              <a:buNone/>
              <a:defRPr sz="900"/>
            </a:lvl5pPr>
            <a:lvl6pPr marL="2285943" indent="0">
              <a:buNone/>
              <a:defRPr sz="900"/>
            </a:lvl6pPr>
            <a:lvl7pPr marL="2743131" indent="0">
              <a:buNone/>
              <a:defRPr sz="900"/>
            </a:lvl7pPr>
            <a:lvl8pPr marL="3200320" indent="0">
              <a:buNone/>
              <a:defRPr sz="900"/>
            </a:lvl8pPr>
            <a:lvl9pPr marL="3657509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BFBF66C-E644-49EA-9236-69132076F04C}" type="datetimeFigureOut">
              <a:rPr lang="ko-KR" altLang="en-US" smtClean="0"/>
              <a:pPr/>
              <a:t>2026-10-14</a:t>
            </a:fld>
            <a:endParaRPr lang="ko-KR" altLang="en-US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2EF729-832E-45FB-8DE0-99E6D2B689C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27895996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BFBF66C-E644-49EA-9236-69132076F04C}" type="datetimeFigureOut">
              <a:rPr lang="ko-KR" altLang="en-US" smtClean="0"/>
              <a:pPr/>
              <a:t>2026-10-14</a:t>
            </a:fld>
            <a:endParaRPr lang="ko-KR" alt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2EF729-832E-45FB-8DE0-99E6D2B689C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0910894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15115" y="260350"/>
            <a:ext cx="2071687" cy="59769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395288" y="260350"/>
            <a:ext cx="6067425" cy="59769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BFBF66C-E644-49EA-9236-69132076F04C}" type="datetimeFigureOut">
              <a:rPr lang="ko-KR" altLang="en-US" smtClean="0"/>
              <a:pPr/>
              <a:t>2026-10-14</a:t>
            </a:fld>
            <a:endParaRPr lang="ko-KR" altLang="en-US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ko-KR" altLang="en-US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F72EF729-832E-45FB-8DE0-99E6D2B689C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5373969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Relationship Id="rId6" Type="http://schemas.openxmlformats.org/officeDocument/2006/relationships/image" Target="../media/image1.jpe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slideLayout" Target="../slideLayouts/slideLayout6.xml"/><Relationship Id="rId3" Type="http://schemas.openxmlformats.org/officeDocument/2006/relationships/slideLayout" Target="../slideLayouts/slideLayout7.xml"/><Relationship Id="rId4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slideLayout" Target="../slideLayouts/slideLayout9.xml"/><Relationship Id="rId3" Type="http://schemas.openxmlformats.org/officeDocument/2006/relationships/slideLayout" Target="../slideLayouts/slideLayout10.xml"/><Relationship Id="rId4" Type="http://schemas.openxmlformats.org/officeDocument/2006/relationships/slideLayout" Target="../slideLayouts/slideLayout11.xml"/><Relationship Id="rId5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3.xml"/><Relationship Id="rId7" Type="http://schemas.openxmlformats.org/officeDocument/2006/relationships/slideLayout" Target="../slideLayouts/slideLayout14.xml"/><Relationship Id="rId8" Type="http://schemas.openxmlformats.org/officeDocument/2006/relationships/slideLayout" Target="../slideLayouts/slideLayout15.xml"/><Relationship Id="rId9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18.xml"/><Relationship Id="rId12" Type="http://schemas.openxmlformats.org/officeDocument/2006/relationships/theme" Target="../theme/theme3.xml"/><Relationship Id="rId13" Type="http://schemas.openxmlformats.org/officeDocument/2006/relationships/image" Target="../media/image1.jpeg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slideLayout" Target="../slideLayouts/slideLayout20.xml"/><Relationship Id="rId3" Type="http://schemas.openxmlformats.org/officeDocument/2006/relationships/slideLayout" Target="../slideLayouts/slideLayout21.xml"/><Relationship Id="rId4" Type="http://schemas.openxmlformats.org/officeDocument/2006/relationships/slideLayout" Target="../slideLayouts/slideLayout22.xml"/><Relationship Id="rId5" Type="http://schemas.openxmlformats.org/officeDocument/2006/relationships/slideLayout" Target="../slideLayouts/slideLayout23.xml"/><Relationship Id="rId6" Type="http://schemas.openxmlformats.org/officeDocument/2006/relationships/slideLayout" Target="../slideLayouts/slideLayout24.xml"/><Relationship Id="rId7" Type="http://schemas.openxmlformats.org/officeDocument/2006/relationships/slideLayout" Target="../slideLayouts/slideLayout25.xml"/><Relationship Id="rId8" Type="http://schemas.openxmlformats.org/officeDocument/2006/relationships/slideLayout" Target="../slideLayouts/slideLayout26.xml"/><Relationship Id="rId9" Type="http://schemas.openxmlformats.org/officeDocument/2006/relationships/slideLayout" Target="../slideLayouts/slideLayout27.xml"/><Relationship Id="rId10" Type="http://schemas.openxmlformats.org/officeDocument/2006/relationships/slideLayout" Target="../slideLayouts/slideLayout28.xml"/><Relationship Id="rId11" Type="http://schemas.openxmlformats.org/officeDocument/2006/relationships/slideLayout" Target="../slideLayouts/slideLayout29.xml"/><Relationship Id="rId12" Type="http://schemas.openxmlformats.org/officeDocument/2006/relationships/theme" Target="../theme/theme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slideLayout" Target="../slideLayouts/slideLayout31.xml"/><Relationship Id="rId3" Type="http://schemas.openxmlformats.org/officeDocument/2006/relationships/slideLayout" Target="../slideLayouts/slideLayout32.xml"/><Relationship Id="rId4" Type="http://schemas.openxmlformats.org/officeDocument/2006/relationships/slideLayout" Target="../slideLayouts/slideLayout33.xml"/><Relationship Id="rId5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5.xml"/><Relationship Id="rId7" Type="http://schemas.openxmlformats.org/officeDocument/2006/relationships/slideLayout" Target="../slideLayouts/slideLayout36.xml"/><Relationship Id="rId8" Type="http://schemas.openxmlformats.org/officeDocument/2006/relationships/slideLayout" Target="../slideLayouts/slideLayout37.xml"/><Relationship Id="rId9" Type="http://schemas.openxmlformats.org/officeDocument/2006/relationships/slideLayout" Target="../slideLayouts/slideLayout38.xml"/><Relationship Id="rId10" Type="http://schemas.openxmlformats.org/officeDocument/2006/relationships/slideLayout" Target="../slideLayouts/slideLayout39.xml"/><Relationship Id="rId11" Type="http://schemas.openxmlformats.org/officeDocument/2006/relationships/slideLayout" Target="../slideLayouts/slideLayout40.xml"/><Relationship Id="rId12" Type="http://schemas.openxmlformats.org/officeDocument/2006/relationships/theme" Target="../theme/theme5.xml"/><Relationship Id="rId13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7" descr="MCL_PPT_LAYOUT_detail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0" y="0"/>
            <a:ext cx="9144000" cy="685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27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395290" y="260350"/>
            <a:ext cx="6121400" cy="6477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제목 스타일 편집</a:t>
            </a:r>
          </a:p>
        </p:txBody>
      </p:sp>
      <p:sp>
        <p:nvSpPr>
          <p:cNvPr id="1028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125538"/>
            <a:ext cx="8229600" cy="511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4100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68313" y="6308725"/>
            <a:ext cx="2133600" cy="2682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000">
                <a:latin typeface="굴림" pitchFamily="50" charset="-127"/>
                <a:ea typeface="굴림" pitchFamily="50" charset="-127"/>
              </a:defRPr>
            </a:lvl1pPr>
          </a:lstStyle>
          <a:p>
            <a:fld id="{64E6171E-7BD5-453A-BC78-6E0C2C4D25EC}" type="datetime1">
              <a:rPr lang="ko-KR" altLang="en-US" smtClean="0"/>
              <a:t>2026-10-14</a:t>
            </a:fld>
            <a:endParaRPr lang="ko-KR" altLang="en-US"/>
          </a:p>
        </p:txBody>
      </p:sp>
      <p:sp>
        <p:nvSpPr>
          <p:cNvPr id="4101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32138" y="6308725"/>
            <a:ext cx="2895600" cy="2682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400">
                <a:latin typeface="굴림" pitchFamily="50" charset="-127"/>
                <a:ea typeface="굴림" pitchFamily="50" charset="-127"/>
              </a:defRPr>
            </a:lvl1pPr>
          </a:lstStyle>
          <a:p>
            <a:endParaRPr lang="ko-KR" altLang="en-US"/>
          </a:p>
        </p:txBody>
      </p:sp>
      <p:sp>
        <p:nvSpPr>
          <p:cNvPr id="4102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88125" y="6308725"/>
            <a:ext cx="2133600" cy="2682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>
                <a:latin typeface="굴림" pitchFamily="50" charset="-127"/>
                <a:ea typeface="굴림" pitchFamily="50" charset="-127"/>
              </a:defRPr>
            </a:lvl1pPr>
          </a:lstStyle>
          <a:p>
            <a:fld id="{F72EF729-832E-45FB-8DE0-99E6D2B689C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173075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1" r:id="rId2"/>
    <p:sldLayoutId id="2147483663" r:id="rId3"/>
    <p:sldLayoutId id="2147483664" r:id="rId4"/>
  </p:sldLayoutIdLst>
  <p:hf sldNum="0" hdr="0" ftr="0" dt="0"/>
  <p:txStyles>
    <p:titleStyle>
      <a:lvl1pPr algn="ctr" rtl="0" eaLnBrk="1" fontAlgn="base" latinLnBrk="1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effectLst>
            <a:outerShdw blurRad="38100" dist="38100" dir="2700000" algn="tl">
              <a:srgbClr val="000000">
                <a:alpha val="43137"/>
              </a:srgbClr>
            </a:outerShdw>
          </a:effectLst>
          <a:latin typeface="맑은 고딕" pitchFamily="50" charset="-127"/>
          <a:ea typeface="맑은 고딕" pitchFamily="50" charset="-127"/>
          <a:cs typeface="+mj-cs"/>
        </a:defRPr>
      </a:lvl1pPr>
      <a:lvl2pPr algn="ctr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tx2"/>
          </a:solidFill>
          <a:latin typeface="굴림" pitchFamily="50" charset="-127"/>
          <a:ea typeface="굴림" pitchFamily="50" charset="-127"/>
        </a:defRPr>
      </a:lvl2pPr>
      <a:lvl3pPr algn="ctr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tx2"/>
          </a:solidFill>
          <a:latin typeface="굴림" pitchFamily="50" charset="-127"/>
          <a:ea typeface="굴림" pitchFamily="50" charset="-127"/>
        </a:defRPr>
      </a:lvl3pPr>
      <a:lvl4pPr algn="ctr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tx2"/>
          </a:solidFill>
          <a:latin typeface="굴림" pitchFamily="50" charset="-127"/>
          <a:ea typeface="굴림" pitchFamily="50" charset="-127"/>
        </a:defRPr>
      </a:lvl4pPr>
      <a:lvl5pPr algn="ctr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tx2"/>
          </a:solidFill>
          <a:latin typeface="굴림" pitchFamily="50" charset="-127"/>
          <a:ea typeface="굴림" pitchFamily="50" charset="-127"/>
        </a:defRPr>
      </a:lvl5pPr>
      <a:lvl6pPr marL="457189" algn="ctr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tx2"/>
          </a:solidFill>
          <a:latin typeface="굴림" pitchFamily="50" charset="-127"/>
          <a:ea typeface="굴림" pitchFamily="50" charset="-127"/>
        </a:defRPr>
      </a:lvl6pPr>
      <a:lvl7pPr marL="914377" algn="ctr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tx2"/>
          </a:solidFill>
          <a:latin typeface="굴림" pitchFamily="50" charset="-127"/>
          <a:ea typeface="굴림" pitchFamily="50" charset="-127"/>
        </a:defRPr>
      </a:lvl7pPr>
      <a:lvl8pPr marL="1371566" algn="ctr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tx2"/>
          </a:solidFill>
          <a:latin typeface="굴림" pitchFamily="50" charset="-127"/>
          <a:ea typeface="굴림" pitchFamily="50" charset="-127"/>
        </a:defRPr>
      </a:lvl8pPr>
      <a:lvl9pPr marL="1828754" algn="ctr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tx2"/>
          </a:solidFill>
          <a:latin typeface="굴림" pitchFamily="50" charset="-127"/>
          <a:ea typeface="굴림" pitchFamily="50" charset="-127"/>
        </a:defRPr>
      </a:lvl9pPr>
    </p:titleStyle>
    <p:bodyStyle>
      <a:lvl1pPr marL="342891" indent="-342891" algn="l" rtl="0" eaLnBrk="1" fontAlgn="base" latinLnBrk="1" hangingPunct="1">
        <a:spcBef>
          <a:spcPct val="20000"/>
        </a:spcBef>
        <a:spcAft>
          <a:spcPct val="0"/>
        </a:spcAft>
        <a:buChar char="•"/>
        <a:defRPr kumimoji="1" sz="2500">
          <a:solidFill>
            <a:schemeClr val="tx1"/>
          </a:solidFill>
          <a:latin typeface="Verdana" pitchFamily="34" charset="0"/>
          <a:ea typeface="맑은 고딕" pitchFamily="50" charset="-127"/>
          <a:cs typeface="+mn-cs"/>
        </a:defRPr>
      </a:lvl1pPr>
      <a:lvl2pPr marL="742932" indent="-285744" algn="l" rtl="0" eaLnBrk="1" fontAlgn="base" latinLnBrk="1" hangingPunct="1">
        <a:spcBef>
          <a:spcPct val="20000"/>
        </a:spcBef>
        <a:spcAft>
          <a:spcPct val="0"/>
        </a:spcAft>
        <a:buChar char="–"/>
        <a:defRPr kumimoji="1" sz="1800">
          <a:solidFill>
            <a:schemeClr val="tx1"/>
          </a:solidFill>
          <a:latin typeface="Verdana" pitchFamily="34" charset="0"/>
          <a:ea typeface="맑은 고딕" pitchFamily="50" charset="-127"/>
        </a:defRPr>
      </a:lvl2pPr>
      <a:lvl3pPr marL="1142971" indent="-228594" algn="l" rtl="0" eaLnBrk="1" fontAlgn="base" latinLnBrk="1" hangingPunct="1">
        <a:spcBef>
          <a:spcPct val="20000"/>
        </a:spcBef>
        <a:spcAft>
          <a:spcPct val="0"/>
        </a:spcAft>
        <a:buFont typeface="Wingdings" pitchFamily="2" charset="2"/>
        <a:buChar char="ü"/>
        <a:defRPr kumimoji="1" sz="1500">
          <a:solidFill>
            <a:schemeClr val="tx1"/>
          </a:solidFill>
          <a:latin typeface="Verdana" pitchFamily="34" charset="0"/>
          <a:ea typeface="맑은 고딕" pitchFamily="50" charset="-127"/>
        </a:defRPr>
      </a:lvl3pPr>
      <a:lvl4pPr marL="1600160" indent="-228594" algn="l" rtl="0" eaLnBrk="1" fontAlgn="base" latinLnBrk="1" hangingPunct="1">
        <a:spcBef>
          <a:spcPct val="20000"/>
        </a:spcBef>
        <a:spcAft>
          <a:spcPct val="0"/>
        </a:spcAft>
        <a:buFont typeface="Arial" pitchFamily="34" charset="0"/>
        <a:buChar char="•"/>
        <a:defRPr kumimoji="1" sz="1200">
          <a:solidFill>
            <a:schemeClr val="tx1"/>
          </a:solidFill>
          <a:latin typeface="Verdana" pitchFamily="34" charset="0"/>
          <a:ea typeface="맑은 고딕" pitchFamily="50" charset="-127"/>
        </a:defRPr>
      </a:lvl4pPr>
      <a:lvl5pPr marL="2057349" indent="-228594" algn="l" rtl="0" eaLnBrk="1" fontAlgn="base" latinLnBrk="1" hangingPunct="1">
        <a:spcBef>
          <a:spcPct val="20000"/>
        </a:spcBef>
        <a:spcAft>
          <a:spcPct val="0"/>
        </a:spcAft>
        <a:buFont typeface="Wingdings" pitchFamily="2" charset="2"/>
        <a:buChar char="Ø"/>
        <a:defRPr kumimoji="1" sz="900">
          <a:solidFill>
            <a:schemeClr val="tx1"/>
          </a:solidFill>
          <a:latin typeface="+mn-lt"/>
          <a:ea typeface="+mn-ea"/>
        </a:defRPr>
      </a:lvl5pPr>
      <a:lvl6pPr marL="2514537" indent="-228594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6pPr>
      <a:lvl7pPr marL="2971726" indent="-228594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7pPr>
      <a:lvl8pPr marL="3428914" indent="-228594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8pPr>
      <a:lvl9pPr marL="3886103" indent="-228594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ko-KR"/>
      </a:defPPr>
      <a:lvl1pPr marL="0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사각형: 둥근 모서리 33">
            <a:extLst>
              <a:ext uri="{FF2B5EF4-FFF2-40B4-BE49-F238E27FC236}">
                <a16:creationId xmlns:a16="http://schemas.microsoft.com/office/drawing/2014/main" id="{3B958D56-8A64-CF06-1967-DC5E9C1D1DA1}"/>
              </a:ext>
            </a:extLst>
          </p:cNvPr>
          <p:cNvSpPr/>
          <p:nvPr userDrawn="1"/>
        </p:nvSpPr>
        <p:spPr>
          <a:xfrm>
            <a:off x="0" y="0"/>
            <a:ext cx="9144000" cy="471890"/>
          </a:xfrm>
          <a:prstGeom prst="roundRect">
            <a:avLst>
              <a:gd name="adj" fmla="val 0"/>
            </a:avLst>
          </a:prstGeom>
          <a:solidFill>
            <a:srgbClr val="0554E1"/>
          </a:solidFill>
          <a:ln w="12700">
            <a:noFill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9763F5B-9FBB-7C40-1F5A-42A5386CF2A4}"/>
              </a:ext>
            </a:extLst>
          </p:cNvPr>
          <p:cNvSpPr txBox="1"/>
          <p:nvPr userDrawn="1"/>
        </p:nvSpPr>
        <p:spPr>
          <a:xfrm>
            <a:off x="227348" y="139413"/>
            <a:ext cx="1932317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altLang="ko-KR" sz="1000" b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KEIMYUNG UNIVERSITY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0FA0BE1-E9A2-1F5E-B101-0DBA955EE399}"/>
              </a:ext>
            </a:extLst>
          </p:cNvPr>
          <p:cNvSpPr txBox="1"/>
          <p:nvPr userDrawn="1"/>
        </p:nvSpPr>
        <p:spPr>
          <a:xfrm>
            <a:off x="1193507" y="2711546"/>
            <a:ext cx="6756978" cy="923330"/>
          </a:xfrm>
          <a:prstGeom prst="rect">
            <a:avLst/>
          </a:prstGeom>
          <a:noFill/>
          <a:ln>
            <a:solidFill>
              <a:schemeClr val="bg1"/>
            </a:solidFill>
          </a:ln>
        </p:spPr>
        <p:txBody>
          <a:bodyPr wrap="none" rtlCol="0">
            <a:spAutoFit/>
          </a:bodyPr>
          <a:lstStyle/>
          <a:p>
            <a:r>
              <a:rPr lang="en-US" altLang="ko-KR" sz="5400" b="1" i="0" dirty="0">
                <a:solidFill>
                  <a:srgbClr val="0554E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WEEKLY REPORT</a:t>
            </a:r>
            <a:endParaRPr lang="ko-KR" altLang="en-US" sz="5400" b="1" i="0" dirty="0">
              <a:solidFill>
                <a:srgbClr val="0554E1"/>
              </a:solidFill>
              <a:latin typeface="Verdana" panose="020B060403050404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0AF1AC2-DBD8-A27D-7AEA-7BD979272AD6}"/>
              </a:ext>
            </a:extLst>
          </p:cNvPr>
          <p:cNvSpPr txBox="1"/>
          <p:nvPr userDrawn="1"/>
        </p:nvSpPr>
        <p:spPr>
          <a:xfrm>
            <a:off x="5083551" y="139412"/>
            <a:ext cx="3833101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ko-KR" sz="1000" b="1">
                <a:solidFill>
                  <a:schemeClr val="bg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Computer Vision &amp; Pattern Recognition Laboratory</a:t>
            </a:r>
            <a:endParaRPr lang="ko-KR" altLang="en-US" sz="1000" b="1">
              <a:solidFill>
                <a:schemeClr val="bg1"/>
              </a:solidFill>
              <a:latin typeface="Verdana" panose="020B060403050404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73E6FE0-F3FF-CC2F-A81E-FC2B09A01DD1}"/>
              </a:ext>
            </a:extLst>
          </p:cNvPr>
          <p:cNvSpPr txBox="1"/>
          <p:nvPr userDrawn="1"/>
        </p:nvSpPr>
        <p:spPr>
          <a:xfrm>
            <a:off x="2548432" y="6550223"/>
            <a:ext cx="404712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b="0" i="1" dirty="0">
                <a:solidFill>
                  <a:srgbClr val="0554E1"/>
                </a:solidFill>
                <a:latin typeface="Stencil" panose="040409050D0802020404" pitchFamily="82" charset="0"/>
                <a:ea typeface="HY엽서L" panose="02030600000101010101" pitchFamily="18" charset="-127"/>
              </a:rPr>
              <a:t>“Blow the Mind into the machine”</a:t>
            </a:r>
            <a:endParaRPr lang="ko-KR" altLang="en-US" sz="1400" b="0" i="1" dirty="0">
              <a:solidFill>
                <a:srgbClr val="0554E1"/>
              </a:solidFill>
              <a:latin typeface="Stencil" panose="040409050D0802020404" pitchFamily="82" charset="0"/>
              <a:ea typeface="HY엽서L" panose="02030600000101010101" pitchFamily="18" charset="-127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C4A0694-FC8D-D165-34D0-A63436FEAEF1}"/>
              </a:ext>
            </a:extLst>
          </p:cNvPr>
          <p:cNvSpPr txBox="1"/>
          <p:nvPr userDrawn="1"/>
        </p:nvSpPr>
        <p:spPr>
          <a:xfrm>
            <a:off x="3825366" y="1760748"/>
            <a:ext cx="137249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b="1" i="0" dirty="0">
                <a:solidFill>
                  <a:srgbClr val="0554E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LAB MEETING</a:t>
            </a:r>
            <a:endParaRPr lang="ko-KR" altLang="en-US" sz="1200" b="1" i="0" dirty="0">
              <a:solidFill>
                <a:srgbClr val="0554E1"/>
              </a:solidFill>
              <a:latin typeface="Verdana" panose="020B0604030504040204" pitchFamily="34" charset="0"/>
            </a:endParaRPr>
          </a:p>
        </p:txBody>
      </p:sp>
      <p:cxnSp>
        <p:nvCxnSpPr>
          <p:cNvPr id="30" name="직선 연결선 29">
            <a:extLst>
              <a:ext uri="{FF2B5EF4-FFF2-40B4-BE49-F238E27FC236}">
                <a16:creationId xmlns:a16="http://schemas.microsoft.com/office/drawing/2014/main" id="{29C9D2D7-A45D-1767-B90E-27349B5C768D}"/>
              </a:ext>
            </a:extLst>
          </p:cNvPr>
          <p:cNvCxnSpPr>
            <a:cxnSpLocks/>
          </p:cNvCxnSpPr>
          <p:nvPr userDrawn="1"/>
        </p:nvCxnSpPr>
        <p:spPr>
          <a:xfrm>
            <a:off x="3433310" y="1639977"/>
            <a:ext cx="2156604" cy="0"/>
          </a:xfrm>
          <a:prstGeom prst="line">
            <a:avLst/>
          </a:prstGeom>
          <a:ln w="19050">
            <a:solidFill>
              <a:srgbClr val="0554E1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직선 연결선 32">
            <a:extLst>
              <a:ext uri="{FF2B5EF4-FFF2-40B4-BE49-F238E27FC236}">
                <a16:creationId xmlns:a16="http://schemas.microsoft.com/office/drawing/2014/main" id="{5FF92146-D97C-2FFE-9F58-93C5AC28129A}"/>
              </a:ext>
            </a:extLst>
          </p:cNvPr>
          <p:cNvCxnSpPr>
            <a:cxnSpLocks/>
          </p:cNvCxnSpPr>
          <p:nvPr userDrawn="1"/>
        </p:nvCxnSpPr>
        <p:spPr>
          <a:xfrm>
            <a:off x="3433310" y="2139343"/>
            <a:ext cx="2156604" cy="0"/>
          </a:xfrm>
          <a:prstGeom prst="line">
            <a:avLst/>
          </a:prstGeom>
          <a:ln w="19050">
            <a:solidFill>
              <a:srgbClr val="0554E1"/>
            </a:solidFill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167686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6" r:id="rId1"/>
    <p:sldLayoutId id="2147483667" r:id="rId2"/>
    <p:sldLayoutId id="2147483668" r:id="rId3"/>
  </p:sldLayoutIdLst>
  <p:hf sldNum="0" hdr="0" ftr="0" dt="0"/>
  <p:txStyles>
    <p:titleStyle>
      <a:lvl1pPr algn="ctr" rtl="0" eaLnBrk="1" fontAlgn="base" latinLnBrk="1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effectLst>
            <a:outerShdw blurRad="38100" dist="38100" dir="2700000" algn="tl">
              <a:srgbClr val="000000">
                <a:alpha val="43137"/>
              </a:srgbClr>
            </a:outerShdw>
          </a:effectLst>
          <a:latin typeface="맑은 고딕" pitchFamily="50" charset="-127"/>
          <a:ea typeface="맑은 고딕" pitchFamily="50" charset="-127"/>
          <a:cs typeface="+mj-cs"/>
        </a:defRPr>
      </a:lvl1pPr>
      <a:lvl2pPr algn="ctr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tx2"/>
          </a:solidFill>
          <a:latin typeface="굴림" pitchFamily="50" charset="-127"/>
          <a:ea typeface="굴림" pitchFamily="50" charset="-127"/>
        </a:defRPr>
      </a:lvl2pPr>
      <a:lvl3pPr algn="ctr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tx2"/>
          </a:solidFill>
          <a:latin typeface="굴림" pitchFamily="50" charset="-127"/>
          <a:ea typeface="굴림" pitchFamily="50" charset="-127"/>
        </a:defRPr>
      </a:lvl3pPr>
      <a:lvl4pPr algn="ctr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tx2"/>
          </a:solidFill>
          <a:latin typeface="굴림" pitchFamily="50" charset="-127"/>
          <a:ea typeface="굴림" pitchFamily="50" charset="-127"/>
        </a:defRPr>
      </a:lvl4pPr>
      <a:lvl5pPr algn="ctr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tx2"/>
          </a:solidFill>
          <a:latin typeface="굴림" pitchFamily="50" charset="-127"/>
          <a:ea typeface="굴림" pitchFamily="50" charset="-127"/>
        </a:defRPr>
      </a:lvl5pPr>
      <a:lvl6pPr marL="457189" algn="ctr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tx2"/>
          </a:solidFill>
          <a:latin typeface="굴림" pitchFamily="50" charset="-127"/>
          <a:ea typeface="굴림" pitchFamily="50" charset="-127"/>
        </a:defRPr>
      </a:lvl6pPr>
      <a:lvl7pPr marL="914377" algn="ctr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tx2"/>
          </a:solidFill>
          <a:latin typeface="굴림" pitchFamily="50" charset="-127"/>
          <a:ea typeface="굴림" pitchFamily="50" charset="-127"/>
        </a:defRPr>
      </a:lvl7pPr>
      <a:lvl8pPr marL="1371566" algn="ctr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tx2"/>
          </a:solidFill>
          <a:latin typeface="굴림" pitchFamily="50" charset="-127"/>
          <a:ea typeface="굴림" pitchFamily="50" charset="-127"/>
        </a:defRPr>
      </a:lvl8pPr>
      <a:lvl9pPr marL="1828754" algn="ctr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tx2"/>
          </a:solidFill>
          <a:latin typeface="굴림" pitchFamily="50" charset="-127"/>
          <a:ea typeface="굴림" pitchFamily="50" charset="-127"/>
        </a:defRPr>
      </a:lvl9pPr>
    </p:titleStyle>
    <p:bodyStyle>
      <a:lvl1pPr marL="342891" indent="-342891" algn="l" rtl="0" eaLnBrk="1" fontAlgn="base" latinLnBrk="1" hangingPunct="1">
        <a:spcBef>
          <a:spcPct val="20000"/>
        </a:spcBef>
        <a:spcAft>
          <a:spcPct val="0"/>
        </a:spcAft>
        <a:buChar char="•"/>
        <a:defRPr kumimoji="1" sz="2500">
          <a:solidFill>
            <a:schemeClr val="tx1"/>
          </a:solidFill>
          <a:latin typeface="Verdana" pitchFamily="34" charset="0"/>
          <a:ea typeface="맑은 고딕" pitchFamily="50" charset="-127"/>
          <a:cs typeface="+mn-cs"/>
        </a:defRPr>
      </a:lvl1pPr>
      <a:lvl2pPr marL="742932" indent="-285744" algn="l" rtl="0" eaLnBrk="1" fontAlgn="base" latinLnBrk="1" hangingPunct="1">
        <a:spcBef>
          <a:spcPct val="20000"/>
        </a:spcBef>
        <a:spcAft>
          <a:spcPct val="0"/>
        </a:spcAft>
        <a:buChar char="–"/>
        <a:defRPr kumimoji="1" sz="1800">
          <a:solidFill>
            <a:schemeClr val="tx1"/>
          </a:solidFill>
          <a:latin typeface="Verdana" pitchFamily="34" charset="0"/>
          <a:ea typeface="맑은 고딕" pitchFamily="50" charset="-127"/>
        </a:defRPr>
      </a:lvl2pPr>
      <a:lvl3pPr marL="1142971" indent="-228594" algn="l" rtl="0" eaLnBrk="1" fontAlgn="base" latinLnBrk="1" hangingPunct="1">
        <a:spcBef>
          <a:spcPct val="20000"/>
        </a:spcBef>
        <a:spcAft>
          <a:spcPct val="0"/>
        </a:spcAft>
        <a:buFont typeface="Wingdings" pitchFamily="2" charset="2"/>
        <a:buChar char="ü"/>
        <a:defRPr kumimoji="1" sz="1500">
          <a:solidFill>
            <a:schemeClr val="tx1"/>
          </a:solidFill>
          <a:latin typeface="Verdana" pitchFamily="34" charset="0"/>
          <a:ea typeface="맑은 고딕" pitchFamily="50" charset="-127"/>
        </a:defRPr>
      </a:lvl3pPr>
      <a:lvl4pPr marL="1600160" indent="-228594" algn="l" rtl="0" eaLnBrk="1" fontAlgn="base" latinLnBrk="1" hangingPunct="1">
        <a:spcBef>
          <a:spcPct val="20000"/>
        </a:spcBef>
        <a:spcAft>
          <a:spcPct val="0"/>
        </a:spcAft>
        <a:buFont typeface="Arial" pitchFamily="34" charset="0"/>
        <a:buChar char="•"/>
        <a:defRPr kumimoji="1" sz="1200">
          <a:solidFill>
            <a:schemeClr val="tx1"/>
          </a:solidFill>
          <a:latin typeface="Verdana" pitchFamily="34" charset="0"/>
          <a:ea typeface="맑은 고딕" pitchFamily="50" charset="-127"/>
        </a:defRPr>
      </a:lvl4pPr>
      <a:lvl5pPr marL="2057349" indent="-228594" algn="l" rtl="0" eaLnBrk="1" fontAlgn="base" latinLnBrk="1" hangingPunct="1">
        <a:spcBef>
          <a:spcPct val="20000"/>
        </a:spcBef>
        <a:spcAft>
          <a:spcPct val="0"/>
        </a:spcAft>
        <a:buFont typeface="Wingdings" pitchFamily="2" charset="2"/>
        <a:buChar char="Ø"/>
        <a:defRPr kumimoji="1" sz="900">
          <a:solidFill>
            <a:schemeClr val="tx1"/>
          </a:solidFill>
          <a:latin typeface="+mn-lt"/>
          <a:ea typeface="+mn-ea"/>
        </a:defRPr>
      </a:lvl5pPr>
      <a:lvl6pPr marL="2514537" indent="-228594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6pPr>
      <a:lvl7pPr marL="2971726" indent="-228594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7pPr>
      <a:lvl8pPr marL="3428914" indent="-228594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8pPr>
      <a:lvl9pPr marL="3886103" indent="-228594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ko-KR"/>
      </a:defPPr>
      <a:lvl1pPr marL="0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7" descr="MCL_PPT_LAYOUT_detail"/>
          <p:cNvPicPr>
            <a:picLocks noChangeAspect="1" noChangeArrowheads="1"/>
          </p:cNvPicPr>
          <p:nvPr/>
        </p:nvPicPr>
        <p:blipFill>
          <a:blip r:embed="rId13" cstate="print"/>
          <a:srcRect/>
          <a:stretch>
            <a:fillRect/>
          </a:stretch>
        </p:blipFill>
        <p:spPr bwMode="auto">
          <a:xfrm>
            <a:off x="0" y="0"/>
            <a:ext cx="9144000" cy="685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27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395290" y="260350"/>
            <a:ext cx="6121400" cy="6477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제목 스타일 편집</a:t>
            </a:r>
          </a:p>
        </p:txBody>
      </p:sp>
      <p:sp>
        <p:nvSpPr>
          <p:cNvPr id="1028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125538"/>
            <a:ext cx="8229600" cy="511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4100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68313" y="6308725"/>
            <a:ext cx="2133600" cy="2682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000">
                <a:latin typeface="굴림" pitchFamily="50" charset="-127"/>
                <a:ea typeface="굴림" pitchFamily="50" charset="-127"/>
              </a:defRPr>
            </a:lvl1pPr>
          </a:lstStyle>
          <a:p>
            <a:fld id="{4BFBF66C-E644-49EA-9236-69132076F04C}" type="datetimeFigureOut">
              <a:rPr lang="ko-KR" altLang="en-US" smtClean="0"/>
              <a:pPr/>
              <a:t>2026-10-14</a:t>
            </a:fld>
            <a:endParaRPr lang="ko-KR" altLang="en-US"/>
          </a:p>
        </p:txBody>
      </p:sp>
      <p:sp>
        <p:nvSpPr>
          <p:cNvPr id="4101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32138" y="6308725"/>
            <a:ext cx="2895600" cy="2682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400">
                <a:latin typeface="굴림" pitchFamily="50" charset="-127"/>
                <a:ea typeface="굴림" pitchFamily="50" charset="-127"/>
              </a:defRPr>
            </a:lvl1pPr>
          </a:lstStyle>
          <a:p>
            <a:endParaRPr lang="ko-KR" altLang="en-US"/>
          </a:p>
        </p:txBody>
      </p:sp>
      <p:sp>
        <p:nvSpPr>
          <p:cNvPr id="4102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88125" y="6308725"/>
            <a:ext cx="2133600" cy="2682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>
                <a:latin typeface="굴림" pitchFamily="50" charset="-127"/>
                <a:ea typeface="굴림" pitchFamily="50" charset="-127"/>
              </a:defRPr>
            </a:lvl1pPr>
          </a:lstStyle>
          <a:p>
            <a:fld id="{F72EF729-832E-45FB-8DE0-99E6D2B689C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219368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0" r:id="rId1"/>
    <p:sldLayoutId id="2147483671" r:id="rId2"/>
    <p:sldLayoutId id="2147483672" r:id="rId3"/>
    <p:sldLayoutId id="2147483673" r:id="rId4"/>
    <p:sldLayoutId id="2147483674" r:id="rId5"/>
    <p:sldLayoutId id="2147483675" r:id="rId6"/>
    <p:sldLayoutId id="2147483676" r:id="rId7"/>
    <p:sldLayoutId id="2147483677" r:id="rId8"/>
    <p:sldLayoutId id="2147483678" r:id="rId9"/>
    <p:sldLayoutId id="2147483679" r:id="rId10"/>
    <p:sldLayoutId id="2147483680" r:id="rId11"/>
  </p:sldLayoutIdLst>
  <p:txStyles>
    <p:titleStyle>
      <a:lvl1pPr algn="ctr" rtl="0" eaLnBrk="1" fontAlgn="base" latinLnBrk="1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effectLst>
            <a:outerShdw blurRad="38100" dist="38100" dir="2700000" algn="tl">
              <a:srgbClr val="000000">
                <a:alpha val="43137"/>
              </a:srgbClr>
            </a:outerShdw>
          </a:effectLst>
          <a:latin typeface="맑은 고딕" pitchFamily="50" charset="-127"/>
          <a:ea typeface="맑은 고딕" pitchFamily="50" charset="-127"/>
          <a:cs typeface="+mj-cs"/>
        </a:defRPr>
      </a:lvl1pPr>
      <a:lvl2pPr algn="ctr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tx2"/>
          </a:solidFill>
          <a:latin typeface="굴림" pitchFamily="50" charset="-127"/>
          <a:ea typeface="굴림" pitchFamily="50" charset="-127"/>
        </a:defRPr>
      </a:lvl2pPr>
      <a:lvl3pPr algn="ctr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tx2"/>
          </a:solidFill>
          <a:latin typeface="굴림" pitchFamily="50" charset="-127"/>
          <a:ea typeface="굴림" pitchFamily="50" charset="-127"/>
        </a:defRPr>
      </a:lvl3pPr>
      <a:lvl4pPr algn="ctr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tx2"/>
          </a:solidFill>
          <a:latin typeface="굴림" pitchFamily="50" charset="-127"/>
          <a:ea typeface="굴림" pitchFamily="50" charset="-127"/>
        </a:defRPr>
      </a:lvl4pPr>
      <a:lvl5pPr algn="ctr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tx2"/>
          </a:solidFill>
          <a:latin typeface="굴림" pitchFamily="50" charset="-127"/>
          <a:ea typeface="굴림" pitchFamily="50" charset="-127"/>
        </a:defRPr>
      </a:lvl5pPr>
      <a:lvl6pPr marL="457189" algn="ctr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tx2"/>
          </a:solidFill>
          <a:latin typeface="굴림" pitchFamily="50" charset="-127"/>
          <a:ea typeface="굴림" pitchFamily="50" charset="-127"/>
        </a:defRPr>
      </a:lvl6pPr>
      <a:lvl7pPr marL="914377" algn="ctr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tx2"/>
          </a:solidFill>
          <a:latin typeface="굴림" pitchFamily="50" charset="-127"/>
          <a:ea typeface="굴림" pitchFamily="50" charset="-127"/>
        </a:defRPr>
      </a:lvl7pPr>
      <a:lvl8pPr marL="1371566" algn="ctr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tx2"/>
          </a:solidFill>
          <a:latin typeface="굴림" pitchFamily="50" charset="-127"/>
          <a:ea typeface="굴림" pitchFamily="50" charset="-127"/>
        </a:defRPr>
      </a:lvl8pPr>
      <a:lvl9pPr marL="1828754" algn="ctr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tx2"/>
          </a:solidFill>
          <a:latin typeface="굴림" pitchFamily="50" charset="-127"/>
          <a:ea typeface="굴림" pitchFamily="50" charset="-127"/>
        </a:defRPr>
      </a:lvl9pPr>
    </p:titleStyle>
    <p:bodyStyle>
      <a:lvl1pPr marL="342891" indent="-342891" algn="l" rtl="0" eaLnBrk="1" fontAlgn="base" latinLnBrk="1" hangingPunct="1">
        <a:spcBef>
          <a:spcPct val="20000"/>
        </a:spcBef>
        <a:spcAft>
          <a:spcPct val="0"/>
        </a:spcAft>
        <a:buChar char="•"/>
        <a:defRPr kumimoji="1" sz="2500">
          <a:solidFill>
            <a:schemeClr val="tx1"/>
          </a:solidFill>
          <a:latin typeface="Verdana" pitchFamily="34" charset="0"/>
          <a:ea typeface="맑은 고딕" pitchFamily="50" charset="-127"/>
          <a:cs typeface="+mn-cs"/>
        </a:defRPr>
      </a:lvl1pPr>
      <a:lvl2pPr marL="742932" indent="-285744" algn="l" rtl="0" eaLnBrk="1" fontAlgn="base" latinLnBrk="1" hangingPunct="1">
        <a:spcBef>
          <a:spcPct val="20000"/>
        </a:spcBef>
        <a:spcAft>
          <a:spcPct val="0"/>
        </a:spcAft>
        <a:buChar char="–"/>
        <a:defRPr kumimoji="1" sz="1800">
          <a:solidFill>
            <a:schemeClr val="tx1"/>
          </a:solidFill>
          <a:latin typeface="Verdana" pitchFamily="34" charset="0"/>
          <a:ea typeface="맑은 고딕" pitchFamily="50" charset="-127"/>
        </a:defRPr>
      </a:lvl2pPr>
      <a:lvl3pPr marL="1142971" indent="-228594" algn="l" rtl="0" eaLnBrk="1" fontAlgn="base" latinLnBrk="1" hangingPunct="1">
        <a:spcBef>
          <a:spcPct val="20000"/>
        </a:spcBef>
        <a:spcAft>
          <a:spcPct val="0"/>
        </a:spcAft>
        <a:buFont typeface="Wingdings" pitchFamily="2" charset="2"/>
        <a:buChar char="ü"/>
        <a:defRPr kumimoji="1" sz="1500">
          <a:solidFill>
            <a:schemeClr val="tx1"/>
          </a:solidFill>
          <a:latin typeface="Verdana" pitchFamily="34" charset="0"/>
          <a:ea typeface="맑은 고딕" pitchFamily="50" charset="-127"/>
        </a:defRPr>
      </a:lvl3pPr>
      <a:lvl4pPr marL="1600160" indent="-228594" algn="l" rtl="0" eaLnBrk="1" fontAlgn="base" latinLnBrk="1" hangingPunct="1">
        <a:spcBef>
          <a:spcPct val="20000"/>
        </a:spcBef>
        <a:spcAft>
          <a:spcPct val="0"/>
        </a:spcAft>
        <a:buFont typeface="Arial" pitchFamily="34" charset="0"/>
        <a:buChar char="•"/>
        <a:defRPr kumimoji="1" sz="1200">
          <a:solidFill>
            <a:schemeClr val="tx1"/>
          </a:solidFill>
          <a:latin typeface="Verdana" pitchFamily="34" charset="0"/>
          <a:ea typeface="맑은 고딕" pitchFamily="50" charset="-127"/>
        </a:defRPr>
      </a:lvl4pPr>
      <a:lvl5pPr marL="2057349" indent="-228594" algn="l" rtl="0" eaLnBrk="1" fontAlgn="base" latinLnBrk="1" hangingPunct="1">
        <a:spcBef>
          <a:spcPct val="20000"/>
        </a:spcBef>
        <a:spcAft>
          <a:spcPct val="0"/>
        </a:spcAft>
        <a:buFont typeface="Wingdings" pitchFamily="2" charset="2"/>
        <a:buChar char="Ø"/>
        <a:defRPr kumimoji="1" sz="900">
          <a:solidFill>
            <a:schemeClr val="tx1"/>
          </a:solidFill>
          <a:latin typeface="+mn-lt"/>
          <a:ea typeface="+mn-ea"/>
        </a:defRPr>
      </a:lvl5pPr>
      <a:lvl6pPr marL="2514537" indent="-228594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6pPr>
      <a:lvl7pPr marL="2971726" indent="-228594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7pPr>
      <a:lvl8pPr marL="3428914" indent="-228594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8pPr>
      <a:lvl9pPr marL="3886103" indent="-228594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ko-KR"/>
      </a:defPPr>
      <a:lvl1pPr marL="0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7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395290" y="260350"/>
            <a:ext cx="6121400" cy="6477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제목 스타일 편집</a:t>
            </a:r>
          </a:p>
        </p:txBody>
      </p:sp>
      <p:sp>
        <p:nvSpPr>
          <p:cNvPr id="1028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125538"/>
            <a:ext cx="8229600" cy="511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4100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68313" y="6308725"/>
            <a:ext cx="2133600" cy="2682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000">
                <a:latin typeface="굴림" pitchFamily="50" charset="-127"/>
                <a:ea typeface="굴림" pitchFamily="50" charset="-127"/>
              </a:defRPr>
            </a:lvl1pPr>
          </a:lstStyle>
          <a:p>
            <a:fld id="{4BFBF66C-E644-49EA-9236-69132076F04C}" type="datetimeFigureOut">
              <a:rPr lang="ko-KR" altLang="en-US" smtClean="0"/>
              <a:pPr/>
              <a:t>2026-10-14</a:t>
            </a:fld>
            <a:endParaRPr lang="ko-KR" altLang="en-US"/>
          </a:p>
        </p:txBody>
      </p:sp>
      <p:sp>
        <p:nvSpPr>
          <p:cNvPr id="4101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32138" y="6308725"/>
            <a:ext cx="2895600" cy="2682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400">
                <a:latin typeface="굴림" pitchFamily="50" charset="-127"/>
                <a:ea typeface="굴림" pitchFamily="50" charset="-127"/>
              </a:defRPr>
            </a:lvl1pPr>
          </a:lstStyle>
          <a:p>
            <a:endParaRPr lang="ko-KR" altLang="en-US"/>
          </a:p>
        </p:txBody>
      </p:sp>
      <p:sp>
        <p:nvSpPr>
          <p:cNvPr id="4102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88125" y="6308725"/>
            <a:ext cx="2133600" cy="2682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>
                <a:latin typeface="굴림" pitchFamily="50" charset="-127"/>
                <a:ea typeface="굴림" pitchFamily="50" charset="-127"/>
              </a:defRPr>
            </a:lvl1pPr>
          </a:lstStyle>
          <a:p>
            <a:fld id="{F72EF729-832E-45FB-8DE0-99E6D2B689C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547033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2" r:id="rId1"/>
    <p:sldLayoutId id="2147483683" r:id="rId2"/>
    <p:sldLayoutId id="2147483684" r:id="rId3"/>
    <p:sldLayoutId id="2147483685" r:id="rId4"/>
    <p:sldLayoutId id="2147483686" r:id="rId5"/>
    <p:sldLayoutId id="2147483687" r:id="rId6"/>
    <p:sldLayoutId id="2147483688" r:id="rId7"/>
    <p:sldLayoutId id="2147483689" r:id="rId8"/>
    <p:sldLayoutId id="2147483690" r:id="rId9"/>
    <p:sldLayoutId id="2147483691" r:id="rId10"/>
    <p:sldLayoutId id="2147483692" r:id="rId11"/>
  </p:sldLayoutIdLst>
  <p:txStyles>
    <p:titleStyle>
      <a:lvl1pPr algn="ctr" rtl="0" eaLnBrk="1" fontAlgn="base" latinLnBrk="1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effectLst>
            <a:outerShdw blurRad="38100" dist="38100" dir="2700000" algn="tl">
              <a:srgbClr val="000000">
                <a:alpha val="43137"/>
              </a:srgbClr>
            </a:outerShdw>
          </a:effectLst>
          <a:latin typeface="맑은 고딕" pitchFamily="50" charset="-127"/>
          <a:ea typeface="맑은 고딕" pitchFamily="50" charset="-127"/>
          <a:cs typeface="+mj-cs"/>
        </a:defRPr>
      </a:lvl1pPr>
      <a:lvl2pPr algn="ctr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tx2"/>
          </a:solidFill>
          <a:latin typeface="굴림" pitchFamily="50" charset="-127"/>
          <a:ea typeface="굴림" pitchFamily="50" charset="-127"/>
        </a:defRPr>
      </a:lvl2pPr>
      <a:lvl3pPr algn="ctr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tx2"/>
          </a:solidFill>
          <a:latin typeface="굴림" pitchFamily="50" charset="-127"/>
          <a:ea typeface="굴림" pitchFamily="50" charset="-127"/>
        </a:defRPr>
      </a:lvl3pPr>
      <a:lvl4pPr algn="ctr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tx2"/>
          </a:solidFill>
          <a:latin typeface="굴림" pitchFamily="50" charset="-127"/>
          <a:ea typeface="굴림" pitchFamily="50" charset="-127"/>
        </a:defRPr>
      </a:lvl4pPr>
      <a:lvl5pPr algn="ctr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tx2"/>
          </a:solidFill>
          <a:latin typeface="굴림" pitchFamily="50" charset="-127"/>
          <a:ea typeface="굴림" pitchFamily="50" charset="-127"/>
        </a:defRPr>
      </a:lvl5pPr>
      <a:lvl6pPr marL="457189" algn="ctr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tx2"/>
          </a:solidFill>
          <a:latin typeface="굴림" pitchFamily="50" charset="-127"/>
          <a:ea typeface="굴림" pitchFamily="50" charset="-127"/>
        </a:defRPr>
      </a:lvl6pPr>
      <a:lvl7pPr marL="914377" algn="ctr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tx2"/>
          </a:solidFill>
          <a:latin typeface="굴림" pitchFamily="50" charset="-127"/>
          <a:ea typeface="굴림" pitchFamily="50" charset="-127"/>
        </a:defRPr>
      </a:lvl7pPr>
      <a:lvl8pPr marL="1371566" algn="ctr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tx2"/>
          </a:solidFill>
          <a:latin typeface="굴림" pitchFamily="50" charset="-127"/>
          <a:ea typeface="굴림" pitchFamily="50" charset="-127"/>
        </a:defRPr>
      </a:lvl8pPr>
      <a:lvl9pPr marL="1828754" algn="ctr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tx2"/>
          </a:solidFill>
          <a:latin typeface="굴림" pitchFamily="50" charset="-127"/>
          <a:ea typeface="굴림" pitchFamily="50" charset="-127"/>
        </a:defRPr>
      </a:lvl9pPr>
    </p:titleStyle>
    <p:bodyStyle>
      <a:lvl1pPr marL="342891" indent="-342891" algn="l" rtl="0" eaLnBrk="1" fontAlgn="base" latinLnBrk="1" hangingPunct="1">
        <a:spcBef>
          <a:spcPct val="20000"/>
        </a:spcBef>
        <a:spcAft>
          <a:spcPct val="0"/>
        </a:spcAft>
        <a:buChar char="•"/>
        <a:defRPr kumimoji="1" sz="2500">
          <a:solidFill>
            <a:schemeClr val="tx1"/>
          </a:solidFill>
          <a:latin typeface="Verdana" pitchFamily="34" charset="0"/>
          <a:ea typeface="맑은 고딕" pitchFamily="50" charset="-127"/>
          <a:cs typeface="+mn-cs"/>
        </a:defRPr>
      </a:lvl1pPr>
      <a:lvl2pPr marL="742932" indent="-285744" algn="l" rtl="0" eaLnBrk="1" fontAlgn="base" latinLnBrk="1" hangingPunct="1">
        <a:spcBef>
          <a:spcPct val="20000"/>
        </a:spcBef>
        <a:spcAft>
          <a:spcPct val="0"/>
        </a:spcAft>
        <a:buChar char="–"/>
        <a:defRPr kumimoji="1" sz="1800">
          <a:solidFill>
            <a:schemeClr val="tx1"/>
          </a:solidFill>
          <a:latin typeface="Verdana" pitchFamily="34" charset="0"/>
          <a:ea typeface="맑은 고딕" pitchFamily="50" charset="-127"/>
        </a:defRPr>
      </a:lvl2pPr>
      <a:lvl3pPr marL="1142971" indent="-228594" algn="l" rtl="0" eaLnBrk="1" fontAlgn="base" latinLnBrk="1" hangingPunct="1">
        <a:spcBef>
          <a:spcPct val="20000"/>
        </a:spcBef>
        <a:spcAft>
          <a:spcPct val="0"/>
        </a:spcAft>
        <a:buFont typeface="Wingdings" pitchFamily="2" charset="2"/>
        <a:buChar char="ü"/>
        <a:defRPr kumimoji="1" sz="1500">
          <a:solidFill>
            <a:schemeClr val="tx1"/>
          </a:solidFill>
          <a:latin typeface="Verdana" pitchFamily="34" charset="0"/>
          <a:ea typeface="맑은 고딕" pitchFamily="50" charset="-127"/>
        </a:defRPr>
      </a:lvl3pPr>
      <a:lvl4pPr marL="1600160" indent="-228594" algn="l" rtl="0" eaLnBrk="1" fontAlgn="base" latinLnBrk="1" hangingPunct="1">
        <a:spcBef>
          <a:spcPct val="20000"/>
        </a:spcBef>
        <a:spcAft>
          <a:spcPct val="0"/>
        </a:spcAft>
        <a:buFont typeface="Arial" pitchFamily="34" charset="0"/>
        <a:buChar char="•"/>
        <a:defRPr kumimoji="1" sz="1200">
          <a:solidFill>
            <a:schemeClr val="tx1"/>
          </a:solidFill>
          <a:latin typeface="Verdana" pitchFamily="34" charset="0"/>
          <a:ea typeface="맑은 고딕" pitchFamily="50" charset="-127"/>
        </a:defRPr>
      </a:lvl4pPr>
      <a:lvl5pPr marL="2057349" indent="-228594" algn="l" rtl="0" eaLnBrk="1" fontAlgn="base" latinLnBrk="1" hangingPunct="1">
        <a:spcBef>
          <a:spcPct val="20000"/>
        </a:spcBef>
        <a:spcAft>
          <a:spcPct val="0"/>
        </a:spcAft>
        <a:buFont typeface="Wingdings" pitchFamily="2" charset="2"/>
        <a:buChar char="Ø"/>
        <a:defRPr kumimoji="1" sz="900">
          <a:solidFill>
            <a:schemeClr val="tx1"/>
          </a:solidFill>
          <a:latin typeface="+mn-lt"/>
          <a:ea typeface="+mn-ea"/>
        </a:defRPr>
      </a:lvl5pPr>
      <a:lvl6pPr marL="2514537" indent="-228594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6pPr>
      <a:lvl7pPr marL="2971726" indent="-228594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7pPr>
      <a:lvl8pPr marL="3428914" indent="-228594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8pPr>
      <a:lvl9pPr marL="3886103" indent="-228594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ko-KR"/>
      </a:defPPr>
      <a:lvl1pPr marL="0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7" descr="MCL_PPT_LAYOUT_detail"/>
          <p:cNvPicPr>
            <a:picLocks noChangeAspect="1" noChangeArrowheads="1"/>
          </p:cNvPicPr>
          <p:nvPr/>
        </p:nvPicPr>
        <p:blipFill>
          <a:blip r:embed="rId13" cstate="print"/>
          <a:srcRect/>
          <a:stretch>
            <a:fillRect/>
          </a:stretch>
        </p:blipFill>
        <p:spPr bwMode="auto">
          <a:xfrm>
            <a:off x="0" y="0"/>
            <a:ext cx="9144000" cy="6858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27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395290" y="260350"/>
            <a:ext cx="6121400" cy="6477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제목 스타일 편집</a:t>
            </a:r>
          </a:p>
        </p:txBody>
      </p:sp>
      <p:sp>
        <p:nvSpPr>
          <p:cNvPr id="1028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457200" y="1125538"/>
            <a:ext cx="8229600" cy="51117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4100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468313" y="6308725"/>
            <a:ext cx="2133600" cy="2682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000">
                <a:latin typeface="굴림" pitchFamily="50" charset="-127"/>
                <a:ea typeface="굴림" pitchFamily="50" charset="-127"/>
              </a:defRPr>
            </a:lvl1pPr>
          </a:lstStyle>
          <a:p>
            <a:fld id="{4BFBF66C-E644-49EA-9236-69132076F04C}" type="datetimeFigureOut">
              <a:rPr lang="ko-KR" altLang="en-US" smtClean="0"/>
              <a:pPr/>
              <a:t>2026-10-14</a:t>
            </a:fld>
            <a:endParaRPr lang="ko-KR" altLang="en-US"/>
          </a:p>
        </p:txBody>
      </p:sp>
      <p:sp>
        <p:nvSpPr>
          <p:cNvPr id="4101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132138" y="6308725"/>
            <a:ext cx="2895600" cy="2682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400">
                <a:latin typeface="굴림" pitchFamily="50" charset="-127"/>
                <a:ea typeface="굴림" pitchFamily="50" charset="-127"/>
              </a:defRPr>
            </a:lvl1pPr>
          </a:lstStyle>
          <a:p>
            <a:endParaRPr lang="ko-KR" altLang="en-US"/>
          </a:p>
        </p:txBody>
      </p:sp>
      <p:sp>
        <p:nvSpPr>
          <p:cNvPr id="4102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588125" y="6308725"/>
            <a:ext cx="2133600" cy="2682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400">
                <a:latin typeface="굴림" pitchFamily="50" charset="-127"/>
                <a:ea typeface="굴림" pitchFamily="50" charset="-127"/>
              </a:defRPr>
            </a:lvl1pPr>
          </a:lstStyle>
          <a:p>
            <a:fld id="{F72EF729-832E-45FB-8DE0-99E6D2B689CF}" type="slidenum">
              <a:rPr lang="ko-KR" altLang="en-US" smtClean="0"/>
              <a:pPr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17580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4" r:id="rId1"/>
    <p:sldLayoutId id="2147483695" r:id="rId2"/>
    <p:sldLayoutId id="2147483696" r:id="rId3"/>
    <p:sldLayoutId id="2147483697" r:id="rId4"/>
    <p:sldLayoutId id="2147483698" r:id="rId5"/>
    <p:sldLayoutId id="2147483699" r:id="rId6"/>
    <p:sldLayoutId id="2147483700" r:id="rId7"/>
    <p:sldLayoutId id="2147483701" r:id="rId8"/>
    <p:sldLayoutId id="2147483702" r:id="rId9"/>
    <p:sldLayoutId id="2147483703" r:id="rId10"/>
    <p:sldLayoutId id="2147483704" r:id="rId11"/>
  </p:sldLayoutIdLst>
  <p:txStyles>
    <p:titleStyle>
      <a:lvl1pPr algn="ctr" rtl="0" eaLnBrk="1" fontAlgn="base" latinLnBrk="1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effectLst>
            <a:outerShdw blurRad="38100" dist="38100" dir="2700000" algn="tl">
              <a:srgbClr val="000000">
                <a:alpha val="43137"/>
              </a:srgbClr>
            </a:outerShdw>
          </a:effectLst>
          <a:latin typeface="맑은 고딕" pitchFamily="50" charset="-127"/>
          <a:ea typeface="맑은 고딕" pitchFamily="50" charset="-127"/>
          <a:cs typeface="+mj-cs"/>
        </a:defRPr>
      </a:lvl1pPr>
      <a:lvl2pPr algn="ctr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tx2"/>
          </a:solidFill>
          <a:latin typeface="굴림" pitchFamily="50" charset="-127"/>
          <a:ea typeface="굴림" pitchFamily="50" charset="-127"/>
        </a:defRPr>
      </a:lvl2pPr>
      <a:lvl3pPr algn="ctr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tx2"/>
          </a:solidFill>
          <a:latin typeface="굴림" pitchFamily="50" charset="-127"/>
          <a:ea typeface="굴림" pitchFamily="50" charset="-127"/>
        </a:defRPr>
      </a:lvl3pPr>
      <a:lvl4pPr algn="ctr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tx2"/>
          </a:solidFill>
          <a:latin typeface="굴림" pitchFamily="50" charset="-127"/>
          <a:ea typeface="굴림" pitchFamily="50" charset="-127"/>
        </a:defRPr>
      </a:lvl4pPr>
      <a:lvl5pPr algn="ctr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tx2"/>
          </a:solidFill>
          <a:latin typeface="굴림" pitchFamily="50" charset="-127"/>
          <a:ea typeface="굴림" pitchFamily="50" charset="-127"/>
        </a:defRPr>
      </a:lvl5pPr>
      <a:lvl6pPr marL="457189" algn="ctr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tx2"/>
          </a:solidFill>
          <a:latin typeface="굴림" pitchFamily="50" charset="-127"/>
          <a:ea typeface="굴림" pitchFamily="50" charset="-127"/>
        </a:defRPr>
      </a:lvl6pPr>
      <a:lvl7pPr marL="914377" algn="ctr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tx2"/>
          </a:solidFill>
          <a:latin typeface="굴림" pitchFamily="50" charset="-127"/>
          <a:ea typeface="굴림" pitchFamily="50" charset="-127"/>
        </a:defRPr>
      </a:lvl7pPr>
      <a:lvl8pPr marL="1371566" algn="ctr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tx2"/>
          </a:solidFill>
          <a:latin typeface="굴림" pitchFamily="50" charset="-127"/>
          <a:ea typeface="굴림" pitchFamily="50" charset="-127"/>
        </a:defRPr>
      </a:lvl8pPr>
      <a:lvl9pPr marL="1828754" algn="ctr" rtl="0" eaLnBrk="1" fontAlgn="base" latinLnBrk="1" hangingPunct="1">
        <a:spcBef>
          <a:spcPct val="0"/>
        </a:spcBef>
        <a:spcAft>
          <a:spcPct val="0"/>
        </a:spcAft>
        <a:defRPr kumimoji="1" sz="2400">
          <a:solidFill>
            <a:schemeClr val="tx2"/>
          </a:solidFill>
          <a:latin typeface="굴림" pitchFamily="50" charset="-127"/>
          <a:ea typeface="굴림" pitchFamily="50" charset="-127"/>
        </a:defRPr>
      </a:lvl9pPr>
    </p:titleStyle>
    <p:bodyStyle>
      <a:lvl1pPr marL="342891" indent="-342891" algn="l" rtl="0" eaLnBrk="1" fontAlgn="base" latinLnBrk="1" hangingPunct="1">
        <a:spcBef>
          <a:spcPct val="20000"/>
        </a:spcBef>
        <a:spcAft>
          <a:spcPct val="0"/>
        </a:spcAft>
        <a:buChar char="•"/>
        <a:defRPr kumimoji="1" sz="2500">
          <a:solidFill>
            <a:schemeClr val="tx1"/>
          </a:solidFill>
          <a:latin typeface="Verdana" pitchFamily="34" charset="0"/>
          <a:ea typeface="맑은 고딕" pitchFamily="50" charset="-127"/>
          <a:cs typeface="+mn-cs"/>
        </a:defRPr>
      </a:lvl1pPr>
      <a:lvl2pPr marL="742932" indent="-285744" algn="l" rtl="0" eaLnBrk="1" fontAlgn="base" latinLnBrk="1" hangingPunct="1">
        <a:spcBef>
          <a:spcPct val="20000"/>
        </a:spcBef>
        <a:spcAft>
          <a:spcPct val="0"/>
        </a:spcAft>
        <a:buChar char="–"/>
        <a:defRPr kumimoji="1" sz="1800">
          <a:solidFill>
            <a:schemeClr val="tx1"/>
          </a:solidFill>
          <a:latin typeface="Verdana" pitchFamily="34" charset="0"/>
          <a:ea typeface="맑은 고딕" pitchFamily="50" charset="-127"/>
        </a:defRPr>
      </a:lvl2pPr>
      <a:lvl3pPr marL="1142971" indent="-228594" algn="l" rtl="0" eaLnBrk="1" fontAlgn="base" latinLnBrk="1" hangingPunct="1">
        <a:spcBef>
          <a:spcPct val="20000"/>
        </a:spcBef>
        <a:spcAft>
          <a:spcPct val="0"/>
        </a:spcAft>
        <a:buFont typeface="Wingdings" pitchFamily="2" charset="2"/>
        <a:buChar char="ü"/>
        <a:defRPr kumimoji="1" sz="1500">
          <a:solidFill>
            <a:schemeClr val="tx1"/>
          </a:solidFill>
          <a:latin typeface="Verdana" pitchFamily="34" charset="0"/>
          <a:ea typeface="맑은 고딕" pitchFamily="50" charset="-127"/>
        </a:defRPr>
      </a:lvl3pPr>
      <a:lvl4pPr marL="1600160" indent="-228594" algn="l" rtl="0" eaLnBrk="1" fontAlgn="base" latinLnBrk="1" hangingPunct="1">
        <a:spcBef>
          <a:spcPct val="20000"/>
        </a:spcBef>
        <a:spcAft>
          <a:spcPct val="0"/>
        </a:spcAft>
        <a:buFont typeface="Arial" pitchFamily="34" charset="0"/>
        <a:buChar char="•"/>
        <a:defRPr kumimoji="1" sz="1200">
          <a:solidFill>
            <a:schemeClr val="tx1"/>
          </a:solidFill>
          <a:latin typeface="Verdana" pitchFamily="34" charset="0"/>
          <a:ea typeface="맑은 고딕" pitchFamily="50" charset="-127"/>
        </a:defRPr>
      </a:lvl4pPr>
      <a:lvl5pPr marL="2057349" indent="-228594" algn="l" rtl="0" eaLnBrk="1" fontAlgn="base" latinLnBrk="1" hangingPunct="1">
        <a:spcBef>
          <a:spcPct val="20000"/>
        </a:spcBef>
        <a:spcAft>
          <a:spcPct val="0"/>
        </a:spcAft>
        <a:buFont typeface="Wingdings" pitchFamily="2" charset="2"/>
        <a:buChar char="Ø"/>
        <a:defRPr kumimoji="1" sz="900">
          <a:solidFill>
            <a:schemeClr val="tx1"/>
          </a:solidFill>
          <a:latin typeface="+mn-lt"/>
          <a:ea typeface="+mn-ea"/>
        </a:defRPr>
      </a:lvl5pPr>
      <a:lvl6pPr marL="2514537" indent="-228594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6pPr>
      <a:lvl7pPr marL="2971726" indent="-228594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7pPr>
      <a:lvl8pPr marL="3428914" indent="-228594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8pPr>
      <a:lvl9pPr marL="3886103" indent="-228594" algn="l" rtl="0" eaLnBrk="1" fontAlgn="base" latinLnBrk="1" hangingPunct="1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ko-KR"/>
      </a:defPPr>
      <a:lvl1pPr marL="0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6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87914BE3-6FF2-580D-7EFE-1E47F069FF2D}"/>
              </a:ext>
            </a:extLst>
          </p:cNvPr>
          <p:cNvSpPr txBox="1"/>
          <p:nvPr/>
        </p:nvSpPr>
        <p:spPr>
          <a:xfrm>
            <a:off x="2825151" y="5060529"/>
            <a:ext cx="349369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000" b="1" i="0" u="none" strike="noStrike" kern="1200" cap="none" spc="0" normalizeH="0" baseline="0" noProof="0" dirty="0">
                <a:ln>
                  <a:noFill/>
                </a:ln>
                <a:solidFill>
                  <a:srgbClr val="0554E1"/>
                </a:solidFill>
                <a:effectLst/>
                <a:uLnTx/>
                <a:uFillTx/>
                <a:latin typeface="Verdana" panose="020B0604030504040204" pitchFamily="34" charset="0"/>
                <a:ea typeface="Verdana" panose="020B0604030504040204" pitchFamily="34" charset="0"/>
                <a:cs typeface="+mn-cs"/>
              </a:rPr>
              <a:t>2026. 10. 29</a:t>
            </a:r>
            <a:endParaRPr kumimoji="0" lang="en-US" altLang="ko-KR" sz="2000" b="1" i="0" u="none" strike="noStrike" kern="1200" cap="none" spc="0" normalizeH="0" baseline="0" noProof="0" dirty="0">
              <a:ln>
                <a:noFill/>
              </a:ln>
              <a:solidFill>
                <a:srgbClr val="0554E1"/>
              </a:solidFill>
              <a:effectLst/>
              <a:uLnTx/>
              <a:uFillTx/>
              <a:latin typeface="Verdana" panose="020B0604030504040204" pitchFamily="34" charset="0"/>
              <a:ea typeface="Verdana" panose="020B0604030504040204" pitchFamily="34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01708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608EE3-B926-AD7B-D539-AF68D30DC8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4DDD1D08-6616-855F-C352-892B46DA0B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Jiyong Lee</a:t>
            </a:r>
            <a:endParaRPr lang="ko-KR" altLang="en-US" u="none" dirty="0">
              <a:effectLst/>
            </a:endParaRPr>
          </a:p>
        </p:txBody>
      </p:sp>
      <p:sp xmlns:a14="http://schemas.microsoft.com/office/drawing/2010/main">
        <p:nvSpPr>
          <p:cNvPr id="5" name="내용 개체 틀 4">
            <a:extLst>
              <a:ext uri="{FF2B5EF4-FFF2-40B4-BE49-F238E27FC236}">
                <a16:creationId xmlns:a16="http://schemas.microsoft.com/office/drawing/2014/main" id="{2D15866A-AD4E-B809-ED87-D271A4E1DD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8600" y="777240"/>
            <a:ext cx="8732520" cy="1371600"/>
          </a:xfrm>
        </p:spPr>
        <p:txBody>
          <a:bodyPr/>
          <a:lstStyle/>
          <a:p>
            <a:r>
              <a:rPr sz="2000" b="1"/>
              <a:t>Previous</a:t>
            </a:r>
          </a:p>
          <a:p>
            <a:pPr lvl="1"/>
            <a:r>
              <a:rPr sz="1500"/>
              <a:t>Task switching for a VLA robot arm (SmolVLA on PiPER)</a:t>
            </a:r>
          </a:p>
          <a:p>
            <a:pPr lvl="2"/>
            <a:r>
              <a:rPr sz="1300"/>
              <a:t>I built a PiPER digital twin with up to 14 objects of 5 shapes</a:t>
            </a:r>
          </a:p>
          <a:p>
            <a:pPr lvl="2"/>
            <a:r>
              <a:rPr sz="1300"/>
              <a:t>With a small correction step, pick and place success rose from 21% to 53%</a:t>
            </a:r>
          </a:p>
        </p:txBody>
      </p:sp>
      <p:sp xmlns:a14="http://schemas.microsoft.com/office/drawing/2010/main">
        <p:nvSpPr>
          <p:cNvPr id="6" name="내용 개체 틀 5">
            <a:extLst>
              <a:ext uri="{FF2B5EF4-FFF2-40B4-BE49-F238E27FC236}">
                <a16:creationId xmlns:a16="http://schemas.microsoft.com/office/drawing/2014/main" id="{229C1C36-4B5B-3C88-C0A3-6F7C732E3A4B}"/>
              </a:ext>
            </a:extLst>
          </p:cNvPr>
          <p:cNvSpPr txBox="1">
            <a:spLocks/>
          </p:cNvSpPr>
          <p:nvPr/>
        </p:nvSpPr>
        <p:spPr bwMode="auto">
          <a:xfrm>
            <a:off x="228600" y="4937760"/>
            <a:ext cx="8732520" cy="9144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marL="514338" indent="-514338" algn="l" rtl="0" eaLnBrk="1" fontAlgn="base" latinLnBrk="1" hangingPunct="1">
              <a:spcBef>
                <a:spcPct val="20000"/>
              </a:spcBef>
              <a:spcAft>
                <a:spcPct val="0"/>
              </a:spcAft>
              <a:buSzPct val="80000"/>
              <a:buFont typeface="Wingdings" panose="05000000000000000000" pitchFamily="2" charset="2"/>
              <a:buChar char="l"/>
              <a:defRPr kumimoji="1" sz="2400" b="1">
                <a:solidFill>
                  <a:schemeClr val="tx1"/>
                </a:solidFill>
                <a:latin typeface="Verdana" panose="020B0604030504040204" pitchFamily="34" charset="0"/>
                <a:ea typeface="맑은 고딕" pitchFamily="50" charset="-127"/>
                <a:cs typeface="+mn-cs"/>
              </a:defRPr>
            </a:lvl1pPr>
            <a:lvl2pPr marL="742932" indent="-285744" algn="l" rtl="0" eaLnBrk="1" fontAlgn="base" latinLnBrk="1" hangingPunct="1">
              <a:spcBef>
                <a:spcPct val="20000"/>
              </a:spcBef>
              <a:spcAft>
                <a:spcPct val="0"/>
              </a:spcAft>
              <a:buChar char="–"/>
              <a:defRPr kumimoji="1" sz="2000">
                <a:solidFill>
                  <a:schemeClr val="tx1"/>
                </a:solidFill>
                <a:latin typeface="Verdana" panose="020B0604030504040204" pitchFamily="34" charset="0"/>
                <a:ea typeface="맑은 고딕" pitchFamily="50" charset="-127"/>
              </a:defRPr>
            </a:lvl2pPr>
            <a:lvl3pPr marL="1142971" indent="-228594" algn="l" rtl="0" eaLnBrk="1" fontAlgn="base" latinLnBrk="1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Char char="ü"/>
              <a:defRPr kumimoji="1" sz="1800">
                <a:solidFill>
                  <a:schemeClr val="tx1"/>
                </a:solidFill>
                <a:latin typeface="Verdana" panose="020B0604030504040204" pitchFamily="34" charset="0"/>
                <a:ea typeface="맑은 고딕" pitchFamily="50" charset="-127"/>
              </a:defRPr>
            </a:lvl3pPr>
            <a:lvl4pPr marL="1371566" indent="0" algn="l" rtl="0" eaLnBrk="1" fontAlgn="base" latinLnBrk="1" hangingPunct="1">
              <a:spcBef>
                <a:spcPct val="20000"/>
              </a:spcBef>
              <a:spcAft>
                <a:spcPct val="0"/>
              </a:spcAft>
              <a:buFont typeface="Wingdings" panose="05000000000000000000" pitchFamily="2" charset="2"/>
              <a:buNone/>
              <a:defRPr kumimoji="1" sz="1500">
                <a:solidFill>
                  <a:schemeClr val="tx1"/>
                </a:solidFill>
                <a:latin typeface="Verdana" panose="020B0604030504040204" pitchFamily="34" charset="0"/>
                <a:ea typeface="맑은 고딕" pitchFamily="50" charset="-127"/>
              </a:defRPr>
            </a:lvl4pPr>
            <a:lvl5pPr marL="1828755" indent="0" algn="l" rtl="0" eaLnBrk="1" fontAlgn="base" latinLnBrk="1" hangingPunct="1">
              <a:spcBef>
                <a:spcPct val="20000"/>
              </a:spcBef>
              <a:spcAft>
                <a:spcPct val="0"/>
              </a:spcAft>
              <a:buFont typeface="Wingdings" pitchFamily="2" charset="2"/>
              <a:buNone/>
              <a:defRPr kumimoji="1" sz="900">
                <a:solidFill>
                  <a:schemeClr val="tx1"/>
                </a:solidFill>
                <a:latin typeface="Verdana" panose="020B0604030504040204" pitchFamily="34" charset="0"/>
                <a:ea typeface="+mn-ea"/>
              </a:defRPr>
            </a:lvl5pPr>
            <a:lvl6pPr marL="2514537" indent="-228594" algn="l" rtl="0" eaLnBrk="1" fontAlgn="base" latinLnBrk="1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6pPr>
            <a:lvl7pPr marL="2971726" indent="-228594" algn="l" rtl="0" eaLnBrk="1" fontAlgn="base" latinLnBrk="1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7pPr>
            <a:lvl8pPr marL="3428914" indent="-228594" algn="l" rtl="0" eaLnBrk="1" fontAlgn="base" latinLnBrk="1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8pPr>
            <a:lvl9pPr marL="3886103" indent="-228594" algn="l" rtl="0" eaLnBrk="1" fontAlgn="base" latinLnBrk="1" hangingPunct="1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+mn-lt"/>
                <a:ea typeface="+mn-ea"/>
              </a:defRPr>
            </a:lvl9pPr>
          </a:lstStyle>
          <a:p>
            <a:r>
              <a:rPr sz="2000" b="1"/>
              <a:t>Next</a:t>
            </a:r>
          </a:p>
          <a:p>
            <a:pPr lvl="1"/>
            <a:r>
              <a:rPr sz="1500"/>
              <a:t>I will train it to handle a new command in the middle of a task</a:t>
            </a:r>
          </a:p>
        </p:txBody>
      </p:sp>
      <p:pic>
        <p:nvPicPr>
          <p:cNvPr id="7" name="Picture 6" descr="weekly_1029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400" y="2103120"/>
            <a:ext cx="7315200" cy="28163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9942936"/>
      </p:ext>
    </p:extLst>
  </p:cSld>
  <p:clrMapOvr>
    <a:masterClrMapping/>
  </p:clrMapOvr>
</p:sld>
</file>

<file path=ppt/theme/theme1.xml><?xml version="1.0" encoding="utf-8"?>
<a:theme xmlns:a="http://schemas.openxmlformats.org/drawingml/2006/main" name="테마1">
  <a:themeElements>
    <a:clrScheme name="디자인 사용자 지정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디자인 사용자 지정">
      <a:majorFont>
        <a:latin typeface="굴림"/>
        <a:ea typeface="굴림"/>
        <a:cs typeface=""/>
      </a:majorFont>
      <a:minorFont>
        <a:latin typeface="굴림"/>
        <a:ea typeface="굴림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 w="12700">
          <a:solidFill>
            <a:srgbClr val="FF0000"/>
          </a:solidFill>
          <a:tailEnd type="triangle" w="lg" len="lg"/>
        </a:ln>
      </a:spPr>
      <a:bodyPr rtlCol="0" anchor="ctr"/>
      <a:lstStyle>
        <a:defPPr algn="ctr">
          <a:defRPr/>
        </a:defPPr>
      </a:lstStyle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spDef>
    <a:lnDef>
      <a:spPr>
        <a:ln w="12700">
          <a:solidFill>
            <a:schemeClr val="tx1"/>
          </a:solidFill>
          <a:tailEnd type="triangle" w="lg" len="lg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>
    <a:extraClrScheme>
      <a:clrScheme name="디자인 사용자 지정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디자인 사용자 지정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디자인 사용자 지정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디자인 사용자 지정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디자인 사용자 지정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디자인 사용자 지정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디자인 사용자 지정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디자인 사용자 지정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디자인 사용자 지정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디자인 사용자 지정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디자인 사용자 지정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디자인 사용자 지정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테마1" id="{26618582-DAE1-4333-A3E1-72B186EAB037}" vid="{CBCEE8D2-B6E2-42F0-82C0-EE9C19CC1751}"/>
    </a:ext>
  </a:extLst>
</a:theme>
</file>

<file path=ppt/theme/theme2.xml><?xml version="1.0" encoding="utf-8"?>
<a:theme xmlns:a="http://schemas.openxmlformats.org/drawingml/2006/main" name="1_테마1">
  <a:themeElements>
    <a:clrScheme name="디자인 사용자 지정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디자인 사용자 지정">
      <a:majorFont>
        <a:latin typeface="굴림"/>
        <a:ea typeface="굴림"/>
        <a:cs typeface=""/>
      </a:majorFont>
      <a:minorFont>
        <a:latin typeface="굴림"/>
        <a:ea typeface="굴림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 w="12700">
          <a:solidFill>
            <a:srgbClr val="FF0000"/>
          </a:solidFill>
          <a:tailEnd type="triangle" w="lg" len="lg"/>
        </a:ln>
      </a:spPr>
      <a:bodyPr rtlCol="0" anchor="ctr"/>
      <a:lstStyle>
        <a:defPPr algn="ctr">
          <a:defRPr/>
        </a:defPPr>
      </a:lstStyle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spDef>
    <a:lnDef>
      <a:spPr>
        <a:ln w="12700">
          <a:solidFill>
            <a:schemeClr val="tx1"/>
          </a:solidFill>
          <a:tailEnd type="triangle" w="lg" len="lg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>
    <a:extraClrScheme>
      <a:clrScheme name="디자인 사용자 지정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디자인 사용자 지정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디자인 사용자 지정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디자인 사용자 지정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디자인 사용자 지정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디자인 사용자 지정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디자인 사용자 지정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디자인 사용자 지정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디자인 사용자 지정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디자인 사용자 지정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디자인 사용자 지정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디자인 사용자 지정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테마1" id="{26618582-DAE1-4333-A3E1-72B186EAB037}" vid="{CBCEE8D2-B6E2-42F0-82C0-EE9C19CC1751}"/>
    </a:ext>
  </a:extLst>
</a:theme>
</file>

<file path=ppt/theme/theme3.xml><?xml version="1.0" encoding="utf-8"?>
<a:theme xmlns:a="http://schemas.openxmlformats.org/drawingml/2006/main" name="2_테마1">
  <a:themeElements>
    <a:clrScheme name="디자인 사용자 지정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디자인 사용자 지정">
      <a:majorFont>
        <a:latin typeface="굴림"/>
        <a:ea typeface="굴림"/>
        <a:cs typeface=""/>
      </a:majorFont>
      <a:minorFont>
        <a:latin typeface="굴림"/>
        <a:ea typeface="굴림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 w="12700">
          <a:solidFill>
            <a:srgbClr val="FF0000"/>
          </a:solidFill>
          <a:tailEnd type="triangle" w="lg" len="lg"/>
        </a:ln>
      </a:spPr>
      <a:bodyPr rtlCol="0" anchor="ctr"/>
      <a:lstStyle>
        <a:defPPr algn="ctr">
          <a:defRPr/>
        </a:defPPr>
      </a:lstStyle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spDef>
    <a:lnDef>
      <a:spPr>
        <a:ln w="12700">
          <a:solidFill>
            <a:schemeClr val="tx1"/>
          </a:solidFill>
          <a:tailEnd type="triangle" w="lg" len="lg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>
    <a:extraClrScheme>
      <a:clrScheme name="디자인 사용자 지정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디자인 사용자 지정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디자인 사용자 지정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디자인 사용자 지정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디자인 사용자 지정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디자인 사용자 지정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디자인 사용자 지정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디자인 사용자 지정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디자인 사용자 지정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디자인 사용자 지정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디자인 사용자 지정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디자인 사용자 지정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테마1" id="{26618582-DAE1-4333-A3E1-72B186EAB037}" vid="{CBCEE8D2-B6E2-42F0-82C0-EE9C19CC1751}"/>
    </a:ext>
  </a:extLst>
</a:theme>
</file>

<file path=ppt/theme/theme4.xml><?xml version="1.0" encoding="utf-8"?>
<a:theme xmlns:a="http://schemas.openxmlformats.org/drawingml/2006/main" name="3_테마1">
  <a:themeElements>
    <a:clrScheme name="디자인 사용자 지정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디자인 사용자 지정">
      <a:majorFont>
        <a:latin typeface="굴림"/>
        <a:ea typeface="굴림"/>
        <a:cs typeface=""/>
      </a:majorFont>
      <a:minorFont>
        <a:latin typeface="굴림"/>
        <a:ea typeface="굴림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 w="12700">
          <a:solidFill>
            <a:srgbClr val="FF0000"/>
          </a:solidFill>
          <a:tailEnd type="triangle" w="lg" len="lg"/>
        </a:ln>
      </a:spPr>
      <a:bodyPr rtlCol="0" anchor="ctr"/>
      <a:lstStyle>
        <a:defPPr algn="ctr">
          <a:defRPr/>
        </a:defPPr>
      </a:lstStyle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spDef>
    <a:lnDef>
      <a:spPr>
        <a:ln w="12700">
          <a:solidFill>
            <a:schemeClr val="tx1"/>
          </a:solidFill>
          <a:tailEnd type="triangle" w="lg" len="lg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>
    <a:extraClrScheme>
      <a:clrScheme name="디자인 사용자 지정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디자인 사용자 지정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디자인 사용자 지정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디자인 사용자 지정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디자인 사용자 지정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디자인 사용자 지정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디자인 사용자 지정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디자인 사용자 지정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디자인 사용자 지정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디자인 사용자 지정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디자인 사용자 지정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디자인 사용자 지정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테마1" id="{26618582-DAE1-4333-A3E1-72B186EAB037}" vid="{CBCEE8D2-B6E2-42F0-82C0-EE9C19CC1751}"/>
    </a:ext>
  </a:extLst>
</a:theme>
</file>

<file path=ppt/theme/theme5.xml><?xml version="1.0" encoding="utf-8"?>
<a:theme xmlns:a="http://schemas.openxmlformats.org/drawingml/2006/main" name="4_테마1">
  <a:themeElements>
    <a:clrScheme name="디자인 사용자 지정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디자인 사용자 지정">
      <a:majorFont>
        <a:latin typeface="굴림"/>
        <a:ea typeface="굴림"/>
        <a:cs typeface=""/>
      </a:majorFont>
      <a:minorFont>
        <a:latin typeface="굴림"/>
        <a:ea typeface="굴림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 w="12700">
          <a:solidFill>
            <a:srgbClr val="FF0000"/>
          </a:solidFill>
          <a:tailEnd type="triangle" w="lg" len="lg"/>
        </a:ln>
      </a:spPr>
      <a:bodyPr rtlCol="0" anchor="ctr"/>
      <a:lstStyle>
        <a:defPPr algn="ctr">
          <a:defRPr/>
        </a:defPPr>
      </a:lstStyle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spDef>
    <a:lnDef>
      <a:spPr>
        <a:ln w="12700">
          <a:solidFill>
            <a:schemeClr val="tx1"/>
          </a:solidFill>
          <a:tailEnd type="triangle" w="lg" len="lg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/>
      <a:bodyPr/>
      <a:lstStyle/>
    </a:txDef>
  </a:objectDefaults>
  <a:extraClrSchemeLst/>
</a:theme>
</file>

<file path=ppt/theme/theme6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7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63736</TotalTime>
  <Words>60</Words>
  <Application>Microsoft Office PowerPoint</Application>
  <PresentationFormat>화면 슬라이드 쇼(4:3)</PresentationFormat>
  <Paragraphs>11</Paragraphs>
  <Slides>2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5</vt:i4>
      </vt:variant>
      <vt:variant>
        <vt:lpstr>슬라이드 제목</vt:lpstr>
      </vt:variant>
      <vt:variant>
        <vt:i4>2</vt:i4>
      </vt:variant>
    </vt:vector>
  </HeadingPairs>
  <TitlesOfParts>
    <vt:vector size="14" baseType="lpstr">
      <vt:lpstr>굴림</vt:lpstr>
      <vt:lpstr>맑은 고딕</vt:lpstr>
      <vt:lpstr>Arial</vt:lpstr>
      <vt:lpstr>Cambria Math</vt:lpstr>
      <vt:lpstr>Stencil</vt:lpstr>
      <vt:lpstr>Verdana</vt:lpstr>
      <vt:lpstr>Wingdings</vt:lpstr>
      <vt:lpstr>테마1</vt:lpstr>
      <vt:lpstr>1_테마1</vt:lpstr>
      <vt:lpstr>2_테마1</vt:lpstr>
      <vt:lpstr>3_테마1</vt:lpstr>
      <vt:lpstr>4_테마1</vt:lpstr>
      <vt:lpstr>PowerPoint 프레젠테이션</vt:lpstr>
      <vt:lpstr>Jiyong Lee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Weekly Report 2026. 10. 29</dc:title>
  <cp:lastModifiedBy/>
  <cp:revision>654</cp:revision>
  <cp:lastPrinted>2026-04-17T00:47:23Z</cp:lastPrinted>
  <dcterms:created xsi:type="dcterms:W3CDTF">2021-07-05T12:29:36Z</dcterms:created>
  <dcterms:modified xsi:type="dcterms:W3CDTF">2026-10-14T06:34:28Z</dcterms:modified>
  <dc:creator/>
</cp:coreProperties>
</file>